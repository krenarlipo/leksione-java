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 sot programet tona ishin monologë — të gjitha vlerat të ngulitura në kod. Sot bëhen DIALOGË: Scanner lexon nga tastiera. Temat: Scanner dhe metodat next*, kurthi i famshëm nextInt+nextLine, mbushja e vargjeve dhe listave sipas asaj që shkruan përdoruesi, Scanner+objektet, dhe një hyrje e shkurtër në enkapsulim. Për studentët që njohin C: Scanner është 'scanf-i' i Java-s, por i orientuar nga objektet. 70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Leksioni ka shumë kod live — nëse është e mundur, jepni mësim me IDE-në të hapur dhe shkruani bashkë me studentët. Pjesa e enkapsulimit është VETËM hyrje 5-minutëshe; thellimi vjen javën tjetër.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Kontrolloni detyrat me ngritje dore: kush e hasi gabimin e konstruktorit të fshehtë te Libri? (e paralajmëruam!). Rikujtim i shpejtë me pyetje, jo me leksion. Maksimumi 5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Motivimi: i njëjti program, të dhëna të ndryshme, PA prekur kodin. System.out e njohin nga dita e parë — simetria System.in/System.out e bën konceptin natyral. Për njohësit e C: kjo është dallimi printf/scanf, por në Java me objekte.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Momenti i bukur pedagogjik: Scanner NUK është material i ri — është ushtrim i leksionit 4! Klasë e gatshme, objekt me new, metoda instance me pikë. Theksojeni fort — studentët e kuptojnë Scanner-in 2x më shpejt kur e shohin si 'edhe një klasë'. Krahasimi me scanf vetëm nëse keni studentë me background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Tipi i metodës duhet të përputhet me atë që shkruan përdoruesi: nëse pret nextInt() dhe shkruhet 'Ana' → InputMismatchException (do ta shohin live — provokojeni me qëllim!). hasNextInt() e prezantojmë tani, e përdorim te validimi. Emrat next* lidhen me tipet e leksionit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Ekzekutojeni LIVE — ky është momenti më i bukur i kursit deri tani: programi u përgjigjet studentëve personalisht. Vini re print vs println (rikujtim nga cikli i mbivendosur, L2). Theksoni bllokimin: programi rri e pret — s'është i ngrirë, po dëgjon.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 ËSHTË SLAJDI MË I RËNDËSISHËM I DITËS — gabimi që çdo fillestar (dhe jo vetëm) e bën. Demonstrojeni live të prishur, pastaj rregullojeni. Rregulli i artë: pas çdo nextInt/nextDouble që ndiqet nga nextLine, futni një sc.nextLine() pastrues. Kjo pyetje bie shpesh në provime!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Parimi profesional: ÇDO hyrje e jashtme është e dyshimtë. Lidhje e bukur me konstruktorin-roje (L4): atje mbronim objektin, këtu mbrojmë programin që në derë. Pyetje për klasën: pse || dhe jo &amp;&amp;? (moshë e keqe = OSE nën 1 OSE mbi 120).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 ide të mëdha në një slajd: (1) new int[n] me n nga përdoruesi — vargu me madhësi të vendosur në ekzekutim; (2) modeli 'pyet brenda ciklit' — çdo përsëritje = një pyetje + një lexim + një ruajtje te notat[i]. Detaji (i+1) vs i është ari pedagogjik — tregon kuptim të vërtetë të indekseve.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Krahasoni me slajdin e mëparshëm: atje 'sa?' pyetej NJË herë në fillim; këtu as vetë përdoruesi s'e di — shkruan derisa të lodhet. Modeli lexo-para-ciklit + lexo-në-fund-të-ciklit është klasik; alternativa me do-while vjen më vonë. KUJDES në quiz: sinjali s'futet në listë!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Kulmi teknik i ditës — dhe rikapitullim i gjysmës së kursit. Dy cikle të ndara: njëri mbush, tjetri përpunon (mund të bashkoheshin — pyetje e mirë sfide). (double) para shumës për pjesëtimin me presje (L3). Shkruajeni live nëse ka kohë — 21 rreshta që i dinë të gjitha pjesët.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Bashkimi i L4 me L5: konstruktori merr vlerat jo më nga kodi, por nga njeriu. Sfida (lista e studentëve me sentinel 'fund') është detyra 4 — jepuani si ushtrim mendor tani, si detyrë në fund. Kujdes: pas nextInt vjen kurthi i \n nëse lexohet studenti tjetër — lidhje me slajdin 8!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VETËM hyrje — mos hyni në getters/setters sot! Qëllimi: të mbillet pyetja 'po kush e mbron objektin PAS krijimit?'. Lidhja me validimin e sotëm të Scanner-it është e artë: sot mbrojtëm programin te dera e hyrjes; enkapsulimi e fut mbrojtjen brenda vetë objektit. 5 minuta maksimumi.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Rutina e njohur. Pyetjet mbulojnë: leximin bazë, kurthin e \n, mbushjen e vargut dhe sentinel-in. Q2 është kurthi i slajdit 8 — kush e kap, e ka kuptuar leksionin.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7*2+1 = 15 — përgjigja a (kontroll i thjeshtë leximi + shprehje). Q2: KURTHI — nextLine() ha \n e mbetur nga nextInt() dhe kthen bosh: [] — përgjigja b. Kush zgjodhi a, s'e ka parë ende demonin e bufferit.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Q3: v.length = 4, kushti &lt; — 4 lexime, përgjigja b (jehonë e quiz-it të L3). Q4: 5 dhe 8 futen; -1 është sinjali (s'futet, ndal ciklin); 3 NUK lexohet kurrë — 2 elemente, përgjigja a. Kurthi i dyfishtë: as sinjali, as ç'vjen pas tij.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dhe Q4 janë ato që ndajnë klasën. Për Q2 vizatoni radhën e hyrjes në tabelë (2 0 ⏎ A n a ⏎) dhe tregoni ku ndalon secili lexim. Për Q4 pyesni: 'ku shkon 3-shi?' — askund; programi kishte ndaluar së lexuari.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Fjalia për t'u marrë me vete: 'programi tani DËGJON, jo vetëm flet'. Të gjitha modelet e vjetra (accumulator, max, sentinel-while) tani punojnë me të dhëna të gjalla. Javën tjetër: enkapsulimi i plotë — private, getters, setters, validimi brenda klasës.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Detyra 1 fsheh kurthin e \n nëse lexohet mosha para emrit — e qëllimshme. Detyra 4 kombinon TË GJITHA: Scanner, sentinel me String (kujdes: krahasimi bëhet me .equals("fund"), JO me == — thuajuani këtë, ndryshe humbin orë të tëra!). Kjo është hera e parë që u duhet .equals — mini-mësim i fshehtë.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E8730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E3050">
              <a:alpha val="7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23444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LEKSIONI 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691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Komunikimi me përdoruesin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· leximi i të dhënave · mbushja e vargjeve nga tastiera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41248" y="3291840"/>
            <a:ext cx="5852160" cy="1691640"/>
          </a:xfrm>
          <a:prstGeom prst="roundRect">
            <a:avLst>
              <a:gd name="adj" fmla="val 4865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4747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44752" y="344728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Ekzekutimi (portokalli = shkruan përdoruesi)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115568" y="384048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quhesh?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 vjec je?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Pershendetje Ana! Ti je 20 vjec.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41248" y="5257800"/>
            <a:ext cx="6949440" cy="0"/>
          </a:xfrm>
          <a:prstGeom prst="line">
            <a:avLst/>
          </a:prstGeom>
          <a:noFill/>
          <a:ln w="19050">
            <a:solidFill>
              <a:srgbClr val="E8730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Ligjëratë 70 minuta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Fillestar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AGJENDA · 70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 i leksionit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842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99816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05'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04672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Rikujtim &amp; detyrat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4672" y="308152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Klasat, konstruktori, ArrayList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70832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26864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842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2008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626864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— bazat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26864" y="308152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objekti, metodat next*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93024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49056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9842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44200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8449056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Kurthi &amp; validimi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449056" y="308152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nextInt + nextLine, while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251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99816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804672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Mbushja e vargjeve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804672" y="542239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nga përdoruesi + sentinel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370832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26864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32511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22008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13'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4626864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Objekte nga tastiera + enkapsulimi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4626864" y="542239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 live · hyrje private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193024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49056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25112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744200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400" dirty="0"/>
          </a:p>
        </p:txBody>
      </p:sp>
      <p:sp>
        <p:nvSpPr>
          <p:cNvPr id="40" name="Text 31"/>
          <p:cNvSpPr/>
          <p:nvPr/>
        </p:nvSpPr>
        <p:spPr>
          <a:xfrm>
            <a:off x="8449056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përmbledhje</a:t>
            </a:r>
            <a:endParaRPr lang="en-US" sz="1500" dirty="0"/>
          </a:p>
        </p:txBody>
      </p:sp>
      <p:sp>
        <p:nvSpPr>
          <p:cNvPr id="41" name="Text 32"/>
          <p:cNvSpPr/>
          <p:nvPr/>
        </p:nvSpPr>
        <p:spPr>
          <a:xfrm>
            <a:off x="8449056" y="542239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për vetëkontroll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Rikujtim nga Leksioni 4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745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&amp; objekti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68680" y="2295144"/>
            <a:ext cx="4800600" cy="493776"/>
          </a:xfrm>
          <a:prstGeom prst="roundRect">
            <a:avLst>
              <a:gd name="adj" fmla="val 11111"/>
            </a:avLst>
          </a:prstGeom>
          <a:solidFill>
            <a:srgbClr val="1B2736"/>
          </a:solidFill>
          <a:ln/>
        </p:spPr>
      </p:sp>
      <p:sp>
        <p:nvSpPr>
          <p:cNvPr id="9" name="Text 6"/>
          <p:cNvSpPr/>
          <p:nvPr/>
        </p:nvSpPr>
        <p:spPr>
          <a:xfrm>
            <a:off x="1033272" y="229514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 ana = new Studenti("Ana", 20);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286207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 dhe instanca — çdo objekt me vlerat e veta.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69164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18745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Konstruktori &amp; this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492240" y="2295144"/>
            <a:ext cx="4800600" cy="493776"/>
          </a:xfrm>
          <a:prstGeom prst="roundRect">
            <a:avLst>
              <a:gd name="adj" fmla="val 11111"/>
            </a:avLst>
          </a:prstGeom>
          <a:solidFill>
            <a:srgbClr val="1B2736"/>
          </a:solidFill>
          <a:ln/>
        </p:spPr>
      </p:sp>
      <p:sp>
        <p:nvSpPr>
          <p:cNvPr id="14" name="Text 11"/>
          <p:cNvSpPr/>
          <p:nvPr/>
        </p:nvSpPr>
        <p:spPr>
          <a:xfrm>
            <a:off x="6656832" y="229514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Studenti(String emri, int mosha) { this.emri = emri; }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92240" y="286207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 lind i plotë; this = fusha e KËTIJ objekti.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36576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8680" y="3840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Metodat e instancës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868680" y="4261104"/>
            <a:ext cx="4800600" cy="493776"/>
          </a:xfrm>
          <a:prstGeom prst="roundRect">
            <a:avLst>
              <a:gd name="adj" fmla="val 11111"/>
            </a:avLst>
          </a:prstGeom>
          <a:solidFill>
            <a:srgbClr val="1B2736"/>
          </a:solidFill>
          <a:ln/>
        </p:spPr>
      </p:sp>
      <p:sp>
        <p:nvSpPr>
          <p:cNvPr id="19" name="Text 16"/>
          <p:cNvSpPr/>
          <p:nvPr/>
        </p:nvSpPr>
        <p:spPr>
          <a:xfrm>
            <a:off x="1033272" y="426110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ana.prezantohu();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68680" y="48280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Sjellja — pa static, mbi objektin konkret.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17920" y="36576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92240" y="3840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dinamik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6492240" y="4261104"/>
            <a:ext cx="4800600" cy="493776"/>
          </a:xfrm>
          <a:prstGeom prst="roundRect">
            <a:avLst>
              <a:gd name="adj" fmla="val 11111"/>
            </a:avLst>
          </a:prstGeom>
          <a:solidFill>
            <a:srgbClr val="1B2736"/>
          </a:solidFill>
          <a:ln/>
        </p:spPr>
      </p:sp>
      <p:sp>
        <p:nvSpPr>
          <p:cNvPr id="24" name="Text 21"/>
          <p:cNvSpPr/>
          <p:nvPr/>
        </p:nvSpPr>
        <p:spPr>
          <a:xfrm>
            <a:off x="6656832" y="426110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lista.add(x); lista.get(i); lista.size();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92240" y="48280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që rritet — indekset rrëshqasin pas remove.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" y="5715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 objektet dhe listat mbushen me të dhëna TË GJALLA — nga dora e përdoruesit.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MONOLOGU TE DIALOGU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Problemi: programet tona janë "të shurdhër"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 SOT — gjithçka e ngulitur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" y="1920240"/>
            <a:ext cx="5394960" cy="2020824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" y="21031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996696" y="21031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197864" y="21031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" y="2377440"/>
            <a:ext cx="493776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 nota te tjera duhet te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NDRYSHOJME KODIN dhe te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rikompilojme cdo here!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SOT — programi pyet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1920240"/>
            <a:ext cx="5166360" cy="2103120"/>
          </a:xfrm>
          <a:prstGeom prst="roundRect">
            <a:avLst>
              <a:gd name="adj" fmla="val 3913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1031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04304" y="207568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Ekzekutimi (portokalli = shkruan përdoruesi)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675120" y="24688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 nota do fusesh?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1: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2: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3: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Mesatarja: 8.67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94360" y="4572000"/>
            <a:ext cx="11018520" cy="123444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14400" y="4736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Komunikimi përdorues → program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914400" y="51755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Tastiera (System.in) është kanali i hyrjes; ekrani (System.out) është kanali i daljes. println e njihni prej leksionit 1 — sot mësojmë drejtimin tjetër: LEXIMIN.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VEGLA E HYRJES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— tri hapat e leximit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828800"/>
            <a:ext cx="7040880" cy="176022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20116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20116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20116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286000"/>
            <a:ext cx="658368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importi (si ArrayList!)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krijojme OBJEKTIN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lexojme me metoda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75320" y="1828800"/>
            <a:ext cx="3337560" cy="3840480"/>
          </a:xfrm>
          <a:prstGeom prst="roundRect">
            <a:avLst>
              <a:gd name="adj" fmla="val 2740"/>
            </a:avLst>
          </a:prstGeom>
          <a:solidFill>
            <a:srgbClr val="1E3050"/>
          </a:solidFill>
          <a:ln/>
        </p:spPr>
      </p:sp>
      <p:sp>
        <p:nvSpPr>
          <p:cNvPr id="12" name="Text 9"/>
          <p:cNvSpPr/>
          <p:nvPr/>
        </p:nvSpPr>
        <p:spPr>
          <a:xfrm>
            <a:off x="8522208" y="2057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 e njihni këtë model!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522208" y="2487168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është KLASË e gatshme e Java-s — si ArrayList.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është OBJEKT i saj — e krijojmë me new (leksioni 4!).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nextInt() është metodë instance — thirret me pikë mbi sc.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System.in = tastiera; ia japim konstruktorit si burim.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14400" y="4114800"/>
            <a:ext cx="7040880" cy="1051560"/>
          </a:xfrm>
          <a:prstGeom prst="roundRect">
            <a:avLst>
              <a:gd name="adj" fmla="val 6957"/>
            </a:avLst>
          </a:prstGeom>
          <a:solidFill>
            <a:srgbClr val="1E3050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224528"/>
            <a:ext cx="6492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 ata që njohin C: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luan rolin e scanf — por si objekt me metoda, jo si funksion me %d dhe &amp;. Më i sigurt dhe më i lexueshëm.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LEXON SECILA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Metodat kryesore të leximit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10185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074920"/>
                <a:gridCol w="31089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Metoda</a:t>
                      </a:r>
                      <a:endParaRPr lang="en-US" sz="1450" dirty="0"/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Çfarë lexon</a:t>
                      </a:r>
                      <a:endParaRPr lang="en-US" sz="1450" dirty="0"/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Shembull hyrjeje</a:t>
                      </a:r>
                      <a:endParaRPr lang="en-US" sz="1450" dirty="0"/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sc.nextInt()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Një numër të plotë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sc.nextDouble()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Një numër me presje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3.14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sc.next()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NJË fjalë (deri te hapësira)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sc.nextLine()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TË GJITHË rreshtin (me hapësira)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 Kola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sc.hasNextInt()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Kontrollon: a vjen një int? (boolean)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94360" y="5257800"/>
            <a:ext cx="11018520" cy="777240"/>
          </a:xfrm>
          <a:prstGeom prst="roundRect">
            <a:avLst>
              <a:gd name="adj" fmla="val 9412"/>
            </a:avLst>
          </a:prstGeom>
          <a:solidFill>
            <a:srgbClr val="FBEDD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468112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5880" y="53492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Kujdes te dallimi next() / nextLine(): 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next() ndalon te hapësira e parë; nextLine() lexon deri në Enter — përfshirë hapësirat.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 I PLOTË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 i parë interaktiv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737360"/>
            <a:ext cx="6903720" cy="4626864"/>
          </a:xfrm>
          <a:prstGeom prst="roundRect">
            <a:avLst>
              <a:gd name="adj" fmla="val 1779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202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202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202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94560"/>
            <a:ext cx="644652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 quhesh? 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nextLine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 vjec je? 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"Pershendetje 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"Vitin tjeter ben 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vjec."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38160" y="173736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19202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41664" y="18928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Ekzekutimi (portokalli = shkruan përdoruesi)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412480" y="22860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quhesh?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 vjec je?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Pershendetje Ana!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Vitin tjeter ben 21 vjec.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425196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8385048" y="44074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pa ln 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pyetja dhe përgjigja qëndrojnë në të njëjtin rresht.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 PRET te nextLine/nextInt derisa përdoruesi të shtypë Enter.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GABIMI #1 ME SCANNER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Kurthi i famshëm: nextInt + nextLine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GABIM — emri del bosh!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" y="1920240"/>
            <a:ext cx="5394960" cy="2020824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" y="21031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996696" y="21031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197864" y="21031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" y="2377440"/>
            <a:ext cx="493776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lexon 20, por Enter-i (\n)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MBETET ne radhe!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nextLine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lexon \n e mbetur -&gt; ""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ZGJIDHJA — pastro radhën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1920240"/>
            <a:ext cx="5166360" cy="176022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21031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2"/>
          <p:cNvSpPr/>
          <p:nvPr/>
        </p:nvSpPr>
        <p:spPr>
          <a:xfrm>
            <a:off x="6803136" y="21031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3"/>
          <p:cNvSpPr/>
          <p:nvPr/>
        </p:nvSpPr>
        <p:spPr>
          <a:xfrm>
            <a:off x="7004304" y="21031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4"/>
          <p:cNvSpPr/>
          <p:nvPr/>
        </p:nvSpPr>
        <p:spPr>
          <a:xfrm>
            <a:off x="6656832" y="2377440"/>
            <a:ext cx="47091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nextLine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GELLTIT \n e mbetur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nextLine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tani lexon "Ana"  :)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4360" y="4206240"/>
            <a:ext cx="11018520" cy="1600200"/>
          </a:xfrm>
          <a:prstGeom prst="roundRect">
            <a:avLst>
              <a:gd name="adj" fmla="val 514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400" y="43708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ndodh në radhën e hyrjes (buffer):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914400" y="477316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Përdoruesi shtyp: 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0 ⏎ A n a ⏎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nextInt() merr vetëm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dhe e lë ⏎ në radhë — nextLine() që vjen pas e ha ⏎ e zbrazët dhe kthen "" pa pritur fare.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+ SCANNER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Validimi — mos i beso kurrë hyrjes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653796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608076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"Jep moshen (1-120):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 pavlefshme! Provo serish: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"Mosha u pranua: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98080" y="1691640"/>
            <a:ext cx="4114800" cy="1965960"/>
          </a:xfrm>
          <a:prstGeom prst="roundRect">
            <a:avLst>
              <a:gd name="adj" fmla="val 4186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6" y="18745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01584" y="1847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Ekzekutimi (portokalli = shkruan përdoruesi)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772400" y="224028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Jep moshen (1-120):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pavlefshme! Provo serish: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pavlefshme! Provo serish: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 u pranua: 20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498080" y="388620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754112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Modeli: lexo → kontrollo → përsërit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754112" y="44805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while-i i leksionit 2 takon operatorin || të leksionit 1.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Cikli vazhdon SA KOHË vlera është e keqe — del vetëm me vlerë të mirë.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MADHËSIA VJEN NGA TASTIERA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Mbushja e vargut nga përdoruesi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667512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240280"/>
            <a:ext cx="621792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 nota do fusesh?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madhesia nga PERDORUESI!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09560" y="178308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6" y="19659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13064" y="193852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Ekzekutimi (portokalli = shkruan përdoruesi)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183880" y="23317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 nota do fusesh?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1: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2: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3: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09560" y="416052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8156448" y="43159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 re hollësinë: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 punojmë me indeksin i (0…n−1), por përdoruesit i tregojmë (i + 1) — njerëzit numërojnë nga 1!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14400" y="489204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1E3050"/>
          </a:solidFill>
          <a:ln/>
        </p:spPr>
      </p:sp>
      <p:sp>
        <p:nvSpPr>
          <p:cNvPr id="18" name="Text 14"/>
          <p:cNvSpPr/>
          <p:nvPr/>
        </p:nvSpPr>
        <p:spPr>
          <a:xfrm>
            <a:off x="1188720" y="498348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int[n]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për herë të parë madhësia e vargut NUK dihet në kod; vendoset gjatë ekzekutimit, sipas përdoruesit.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AS PËRDORUESI S'E DI SA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Leximi me sinjal ndalimi (sentinel)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6675120" cy="3323844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240280"/>
            <a:ext cx="6217920" cy="2775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cmimet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"Jep cmimet (0 = fund):"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cmimi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cmimi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eshte SINJALI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cmimet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cmimi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ruaje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cmimi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lexo tjetrin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cmimet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cmime u ruajten"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909560" y="1783080"/>
            <a:ext cx="3703320" cy="2286000"/>
          </a:xfrm>
          <a:prstGeom prst="roundRect">
            <a:avLst>
              <a:gd name="adj" fmla="val 3600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6" y="19659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13064" y="193852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Ekzekutimi (portokalli = shkruan përdoruesi)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183880" y="23317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Jep cmimet (0 = fund):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899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cmime u ruajten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09560" y="4297680"/>
            <a:ext cx="3703320" cy="1554480"/>
          </a:xfrm>
          <a:prstGeom prst="roundRect">
            <a:avLst>
              <a:gd name="adj" fmla="val 5882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8156448" y="4453128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ArrayList e jo int[]?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S'dihet fare sa elemente vijnë — lista dinamike rritet vetë me çdo add.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14400" y="502920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1E3050"/>
          </a:solidFill>
          <a:ln/>
        </p:spPr>
      </p:sp>
      <p:sp>
        <p:nvSpPr>
          <p:cNvPr id="18" name="Text 14"/>
          <p:cNvSpPr/>
          <p:nvPr/>
        </p:nvSpPr>
        <p:spPr>
          <a:xfrm>
            <a:off x="1188720" y="510235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vlerë speciale që do të thotë "mjaft" (0, -1, "stop"…). Sinjali NUK ruhet në listë — vetëm ndal ciklin.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GJITHÇKA BASHKË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 i plotë: nota → mesatarja → maksimumi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554480"/>
            <a:ext cx="6126480" cy="4626864"/>
          </a:xfrm>
          <a:prstGeom prst="roundRect">
            <a:avLst>
              <a:gd name="adj" fmla="val 1779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7373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7373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7373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011680"/>
            <a:ext cx="566928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 eshte krijuar me lart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 nota? 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 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shuma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shuma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shuma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"Mesatarja: 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shuma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"Maksimumi: 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178040" y="1554480"/>
            <a:ext cx="4434840" cy="2286000"/>
          </a:xfrm>
          <a:prstGeom prst="roundRect">
            <a:avLst>
              <a:gd name="adj" fmla="val 3600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96" y="1737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81544" y="170992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Ekzekutimi (portokalli = shkruan përdoruesi)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52360" y="21031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 nota?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1: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Nota 2: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3: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Nota 4: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Mesatarja: 8.25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Maksimumi: 10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178040" y="4069080"/>
            <a:ext cx="4434840" cy="18288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424928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 program mbledh 5 leksione: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424928" y="4645152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variablat, (double)  ·  L2: for, if, accumulator  ·  L3: vargu, modeli max  ·  L5: Scanner e mbush me të dhëna të gjalla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TAKON KLASAT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Objekte nga tastiera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667512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240280"/>
            <a:ext cx="621792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"Emri i studentit: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nextLine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"Mosha: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 dhenat e gjalla -&gt; objekt i gjalle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09560" y="1783080"/>
            <a:ext cx="3703320" cy="1828800"/>
          </a:xfrm>
          <a:prstGeom prst="roundRect">
            <a:avLst>
              <a:gd name="adj" fmla="val 4500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6" y="19659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13064" y="193852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Ekzekutimi (portokalli = shkruan përdoruesi)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183880" y="2331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 i studentit: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Klea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Mosha: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Klea, 21 vjec.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09560" y="3840480"/>
            <a:ext cx="3703320" cy="2011680"/>
          </a:xfrm>
          <a:prstGeom prst="roundRect">
            <a:avLst>
              <a:gd name="adj" fmla="val 4545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8156448" y="4023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Rrjedha e të dhënave: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8156448" y="4407408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tastiera → Scanner → variablat → konstruktori → objekti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Sfidë në klasë: mbushni ArrayList&lt;Studenti&gt; me sentinel (emri "fund" = ndal).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HYRJE E SHKURTËR — DETAJET JAVËN TJETËR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Vështrim përpara: enkapsulimi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që mbetet i hapur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" y="1920240"/>
            <a:ext cx="5394960" cy="1239012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" y="21031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996696" y="21031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197864" y="21031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" y="2377440"/>
            <a:ext cx="493776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kapaciteti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askush s'na ndalon!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fusha eshte e hapur per te gjithe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IDEJA — fshih dhe mbro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1920240"/>
            <a:ext cx="5166360" cy="2020824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21031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2"/>
          <p:cNvSpPr/>
          <p:nvPr/>
        </p:nvSpPr>
        <p:spPr>
          <a:xfrm>
            <a:off x="6803136" y="21031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3"/>
          <p:cNvSpPr/>
          <p:nvPr/>
        </p:nvSpPr>
        <p:spPr>
          <a:xfrm>
            <a:off x="7004304" y="21031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4"/>
          <p:cNvSpPr/>
          <p:nvPr/>
        </p:nvSpPr>
        <p:spPr>
          <a:xfrm>
            <a:off x="6656832" y="2377440"/>
            <a:ext cx="470916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kapaciteti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 FSHEHUR nga jashte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kapaciteti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GABIM!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" y="4251960"/>
            <a:ext cx="11018520" cy="1554480"/>
          </a:xfrm>
          <a:prstGeom prst="roundRect">
            <a:avLst>
              <a:gd name="adj" fmla="val 5294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400" y="44074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Enkapsulimi me tre fjali: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4400" y="4809744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Fushat bëhen private (të fshehura); bota e jashtme punon vetëm përmes metodave publike të klasës. Kështu klasa VETË vendos rregullat për të dhënat e saj — si konstruktori-roje (L4), por për gjithë jetën e objektit, jo vetëm në lindje.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i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Javën tjetër: private në detaje, metodat get/set, dhe validimi i plotë.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4572000" cy="4572000"/>
          </a:xfrm>
          <a:prstGeom prst="ellipse">
            <a:avLst/>
          </a:prstGeom>
          <a:solidFill>
            <a:srgbClr val="1E305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371600"/>
            <a:ext cx="1463040" cy="146304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1089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 E QUIZ-it!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9319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· 8 minuta · punoni vetë në letër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86000" y="4572000"/>
            <a:ext cx="7616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 çdo pyetje, mendoni: çfarë ka mbetur në radhën e hyrjes?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LEXIMI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1 dhe 2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Përdoruesi shtyp 7. Çfarë printohet?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" y="2286000"/>
            <a:ext cx="5394960" cy="1499616"/>
          </a:xfrm>
          <a:prstGeom prst="roundRect">
            <a:avLst>
              <a:gd name="adj" fmla="val 5488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99669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9786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" y="2743200"/>
            <a:ext cx="4937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" y="39776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721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Përdoruesi shtyp 20 ⏎ pastaj Ana ⏎. Sa është emri?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0" y="2286000"/>
            <a:ext cx="5166360" cy="1499616"/>
          </a:xfrm>
          <a:prstGeom prst="roundRect">
            <a:avLst>
              <a:gd name="adj" fmla="val 5488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0196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80313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700430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656832" y="2743200"/>
            <a:ext cx="4709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nextLine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9224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[Ana]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 (bosh)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[20]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VARGJET NGA TASTIERA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3 dhe 4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numra pret programi nga përdoruesi?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2286000"/>
            <a:ext cx="5394960" cy="176022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99669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9786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" y="2743200"/>
            <a:ext cx="4937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" y="42062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Hyrja: 5 8 -1 3. Sa elemente ka lista në fund?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0" y="2286000"/>
            <a:ext cx="5166360" cy="2281428"/>
          </a:xfrm>
          <a:prstGeom prst="roundRect">
            <a:avLst>
              <a:gd name="adj" fmla="val 360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0196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80313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700430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656832" y="2743200"/>
            <a:ext cx="470916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492240" y="4480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ZGJIDHJA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Përgjigjet dhe shpjegimet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56232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18105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 15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480560" y="1810512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7; pastaj 7 * 2 + 1 = 15 (shumëzimi para mbledhjes).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4360" y="2724912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935224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45920" y="288950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[] bosh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480560" y="2889504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nextInt lë ⏎ në radhë; nextLine e ha atë dhe kthen bosh — kurthi i slajdit 8.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3803904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014216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45920" y="396849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4 numra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480560" y="3968496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v.length = 4 dhe kushti është &lt; — cikli ekzekutohet për i = 0, 1, 2, 3.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94360" y="4882896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" y="5093208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645920" y="504748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 2 elemente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480560" y="5047488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Futen 5 dhe 8; -1 është sinjali dhe s'ruhet; 3 nuk lexohet kurrë.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saktë: gati për programe të vërteta! · 2 saktë: rishikoni slajdet 8 dhe 11 · 0–1: ejani në konsultime.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486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8760" y="7955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mësuam sot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219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6012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Klasë e gatshme: import, new, metoda next*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8912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22199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Kurthi i \n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66344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nextInt → sc.nextLine() pastrues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9244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22199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Validimi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36676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while: lexo → kontrollo → përsërit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8580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6012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1879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3736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Vargu nga tastiera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96012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int[n] — madhësia në ekzekutim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8912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6344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187952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4068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466344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Lexo derisa vjen sinjali; ai s'ruhet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09244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6676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187952"/>
            <a:ext cx="347472" cy="3474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4400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Enkapsulimi (hyrje)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836676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fsheh — detajet javën tjetër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 E JAVËS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për shtëpi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53619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70078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45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Përshëndetja personale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0" y="164592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Lexo emrin dhe vitin e lindjes; printo moshën e llogaritur. (Kujdes: rendi i leximeve!)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249631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66090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26060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Vargu i notave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669280" y="260604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Lexo n, mbush një varg me n nota dhe printo mesataren dhe minimumin.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345643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62102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356616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 me sentinel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669280" y="356616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Lexo çmime derisa të jepet 0; printo totalin dhe çmimin më të lartë.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4360" y="441655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58114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600200" y="452628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Sfidë: regjistri i studentëve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669280" y="452628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Lexo studentë (emër + moshë) derisa emri të jetë "fund"; ruaji si objekte në ArrayList dhe printo më të riun.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tjetër: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enkapsulimi i plotë — private, getters &amp; setters, validimi brenda klasës.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— Leksioni 5: Komunikimi me përdoruesin (Scanner)</dc:title>
  <dc:subject>PptxGenJS Presentation</dc:subject>
  <dc:creator>Kreni</dc:creator>
  <cp:lastModifiedBy>Kreni</cp:lastModifiedBy>
  <cp:revision>1</cp:revision>
  <dcterms:created xsi:type="dcterms:W3CDTF">2026-07-22T14:08:41Z</dcterms:created>
  <dcterms:modified xsi:type="dcterms:W3CDTF">2026-07-22T14:08:41Z</dcterms:modified>
</cp:coreProperties>
</file>