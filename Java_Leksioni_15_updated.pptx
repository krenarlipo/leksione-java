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Temë e re e madhe: bazat e të dhënave. Deri sot ruajtëm në skedarë tekst (L12); tani kalojmë te një bazë e vërtetë — Oracle. Sot: instalimi (XE + SQL Developer), lidhja me JDBC, dhe INSERT/DELETE. UPDATE-in e lëmë për javën tjetër. SHËNIM: kodi Java është kompiluar dhe verifikuar; SQL-ja dhe hapat e Oracle janë sipas dokumentacionit zyrtar (s'kemi Oracle këtu për t'i ekzekutuar live).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Struktura: gjysma e parë instalim + koncepte, gjysma e dytë lidhja me Java dhe veprimet. UPDATE-in e lëmë për L16. Kod Java i verifikuar; SQL/Oracle sipas dokumentacionit.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Motivimi: skedarët (L12) janë të mirë për pak të dhëna, por për një aplikacion real duhet një bazë e vërtetë. Analogji: skedari = fletore; baza = bibliotekë me katalog. Tri fjalët kyçe (SQL, tabelë, JDBC) do të përsëriten gjithë leksionin.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Instalimi hap pas hapi. Pika kritike: hapi 3 — fjalëkalimi që studentët HARROJNË gjithmonë; thuajuni ta shkruajnë. Oracle 21c XE është falas (12 GB të dhëna, 2 GB RAM). Në fund instaluesi tregon connection strings me XEPDB1 dhe portin 1521. Hapat janë nga dokumentacioni zyrtar.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Developer është 'dritarja' te baza — studentët shohin tabelat si në Excel. Shkarkohet veçmas (falas). Vlera pedagogjike: para se të shkruajnë JDBC, provojnë SQL këtu dhe shohin rezultatin menjëherë. Lidhja përdor të njëjtat të dhëna si JDBC.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Krijimi i tabelës me SQL. Çdo kolonë ka tip: NUMBER, VARCHAR2 me gjatësi maksimale. PRIMARY KEY = identifikues unik, s'lejon dublime dhe s'mund të jetë bosh. Ekzektohet njëherë te SQL Developer. Tabela del bosh; e mbushim me INSERT.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JDBC = API standard i Java-s për baza; drajveri (ojdbc11.jar për JDK 17+) është implementimi për Oracle. Analogji: JDBC = priza universale; drajveri = adaptori për Oracle. Gabimi #1 'No suitable driver found' = harrohet .jar te classpath.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Lidhja e parë. Kjo strukturë Java u kompilua dhe verifikua këtu (java.sql në JDK). URL-ja: thin, //localhost:1521/XEPDB1 (formati modern me service name — jo SID-i i vjetër :XE). getConnection kthen Connection. SQLException trajtohet si L10. close() në fund. Gabimi: 'No suitable driver' = harron .jar.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me PreparedStatement — mënyra e sigurt. '?' janë placeholder që mbushim me setInt/setString sipas pozicionit (1,2,3). Mbron nga SQL injection dhe trajton thonjëzat automatikisht. executeUpdate() për INSERT/DELETE/UPDATE, kthen numrin e rreshtave. Struktura Java u kompilua.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me WHERE. Mesazhi më i rëndësishëm: DELETE FROM tabela PA WHERE fshin GJITHÇKA — gabimi që ka shkatërruar baza reale. WHERE id = ? zgjedh një rresht. I njëjti model PreparedStatement + executeUpdate. Paralajmërojini fort për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Rrjedha e plotë me try-with-resources (nga L12!) — lidhja dhe statement mbyllen vetë. Pesë hapat: lidhu, përgatit, mbush, ekzekuto, mbyll. Ky model përsëritet për ÇDO veprim baze. I njëjti try-with-resources që mbyllte skedarët tani mbyll lidhjen.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Fletë referimi për fotografim. Rreshti i artë përmbledh modelin universal JDBC. Theksoni URL-në e saktë (service name XEPDB1, jo SID) dhe se executeUpdate() vlen për INSERT/DELETE/UPDATE. UPDATE-in javën tjetër.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pyetje mbi konceptet (JDBC, drajveri), dy mbi kodin. Kodi Java u kompilua; SQL sipas dokumentacionit.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JDBC = ura Java↔bazë; përgjigja b. Q2: 'No suitable driver' = mungon ojdbc.jar; përgjigja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WHERE id=5 fshin vetëm atë rresht; përgjigja b. Q4: numri 2 = pozicioni i '?' të dytë; përgjigja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dhe Q3 janë praktikat kritike: drajveri te classpath dhe WHERE te DELETE. Nëse dikush gaboi Q3, theksoni sërish rrezikun e DELETE pa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Fjalia për t'u marrë me vete: 'skedari ruante tekst; baza ruan të dhëna të organizuara që i flet me SQL përmes JDBC-së'. Sot hapëm derën e bazave. Java tjetër: UPDATE dhe SELECT më i thelluar.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1 është instalimi — kërkoni screenshot të lidhjes. Detyra 2 SQL i pastër. Detyra 3-4 JDBC nga Java, me detyrën 4 duke bashkuar Scanner (L5) me DELETE. Kërkoni screenshot-e si provë. Java tjetër: UPDATE. Git për dorëzim.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9164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15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459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dhe JDBC: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hapat e parë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 i Oracle, lidhja me Java, dhe INSERT / DELETE bazë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3657600"/>
            <a:ext cx="722376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42416" y="38404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38404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38404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114800"/>
            <a:ext cx="67665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lidhja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getConnection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//localhost:1521/XEPDB1",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"fjalekalimi"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50292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Mesatar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baza e të dhënave?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skedarët te Oracle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 i Oracle XE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Shkarko, instalo, konfiguro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Shiko tabelat vizualisht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Lidhja me JDBC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Drajveri + DriverManager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&amp; DELETE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 dhe fshi të dhëna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DUHET ORACLE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skedarët te baza e të dhënave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019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Skedari (L12)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mirë për pak të dhëna.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Kërkimi = lexo GJITHË skedarin.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mbrojtje kur shkruajnë disa njëherësh.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shkruan çdo gjë me dorë.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BEDD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9019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e të dhënave (Oracle)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37960" y="22860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Miliona rreshta, e shpejtë.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Kërkim i menjëhershëm me SQL.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 përdorues njëkohësisht.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Rregulla, siguri, kopje sigurie.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4114800"/>
            <a:ext cx="1101852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2793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Fjalët kyçe që do të dëgjoni sot: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466344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gjuha për të folur me bazën (SELECT, INSERT, DELETE...).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Tabelë — të dhënat në rreshta dhe kolona, si një Excel i fuqishëm.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— ura që lidh programin Java me bazën Oracle.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FALAS · PËR STUDENTË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 i Oracle Database XE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10698480" cy="932688"/>
          </a:xfrm>
          <a:prstGeom prst="roundRect">
            <a:avLst>
              <a:gd name="adj" fmla="val 8824"/>
            </a:avLst>
          </a:prstGeom>
          <a:solidFill>
            <a:srgbClr val="1E3050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1892808"/>
            <a:ext cx="530352" cy="530352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20240" y="181965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Shkarko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663440" y="1801368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oracle.com/database/technologies/xe-downloads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Skedari: OracleXE213_Win64.zip (21c)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2770632"/>
            <a:ext cx="10698480" cy="932688"/>
          </a:xfrm>
          <a:prstGeom prst="roundRect">
            <a:avLst>
              <a:gd name="adj" fmla="val 8824"/>
            </a:avLst>
          </a:prstGeom>
          <a:solidFill>
            <a:srgbClr val="1E3050"/>
          </a:solidFill>
          <a:ln/>
        </p:spPr>
      </p:sp>
      <p:sp>
        <p:nvSpPr>
          <p:cNvPr id="12" name="Shape 9"/>
          <p:cNvSpPr/>
          <p:nvPr/>
        </p:nvSpPr>
        <p:spPr>
          <a:xfrm>
            <a:off x="1143000" y="2971800"/>
            <a:ext cx="530352" cy="530352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920240" y="289864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Ekzekto setup.exe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663440" y="28803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Nxirr zip-in, hap setup.exe si Administrator.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Ndiq hapat 'Next → Next'.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3849624"/>
            <a:ext cx="10698480" cy="932688"/>
          </a:xfrm>
          <a:prstGeom prst="roundRect">
            <a:avLst>
              <a:gd name="adj" fmla="val 8824"/>
            </a:avLst>
          </a:prstGeom>
          <a:solidFill>
            <a:srgbClr val="1E3050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4050792"/>
            <a:ext cx="530352" cy="530352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920240" y="397764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Cakto fjalëkalimin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663440" y="3959352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Vendos fjalëkalimin për SYS/SYSTEM.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SHËNOJE — do të duhet për lidhje!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4400" y="4928616"/>
            <a:ext cx="10698480" cy="932688"/>
          </a:xfrm>
          <a:prstGeom prst="roundRect">
            <a:avLst>
              <a:gd name="adj" fmla="val 8824"/>
            </a:avLst>
          </a:prstGeom>
          <a:solidFill>
            <a:srgbClr val="1E3050"/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5129784"/>
            <a:ext cx="530352" cy="530352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920240" y="505663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Mbaro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4663440" y="5038344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fund shfaqen 'connection strings'.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nis vetë; porti 1521, shërbimi XEPDB1.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01675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8872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Hapat sipas dokumentacionit zyrtar të Oracle (docs.oracle.com/.../xeinw)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VEGLA GRAFIKE E ORACLE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Developer: shiko tabelat vizualisht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760720" cy="3108960"/>
          </a:xfrm>
          <a:prstGeom prst="rect">
            <a:avLst/>
          </a:prstGeom>
          <a:solidFill>
            <a:srgbClr val="ECECEC"/>
          </a:solidFill>
          <a:ln w="12700">
            <a:solidFill>
              <a:srgbClr val="6B748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783080"/>
            <a:ext cx="5760720" cy="310896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" y="1783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Developer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" y="2185416"/>
            <a:ext cx="1737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295144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student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▾ Tables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STUDENTET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2423160"/>
            <a:ext cx="3611880" cy="329184"/>
          </a:xfrm>
          <a:prstGeom prst="rect">
            <a:avLst/>
          </a:prstGeom>
          <a:solidFill>
            <a:srgbClr val="142033"/>
          </a:solidFill>
          <a:ln w="6350">
            <a:solidFill>
              <a:srgbClr val="DB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2423160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64280" y="2423160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8240" y="2423160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60320" y="2752344"/>
            <a:ext cx="3611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B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0320" y="275234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64280" y="275234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Kola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68240" y="275234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60320" y="3063240"/>
            <a:ext cx="36118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DBE2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0" y="306324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764280" y="306324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 Doda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68240" y="306324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560320" y="3374136"/>
            <a:ext cx="3611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BE2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0" y="3374136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764280" y="3374136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Vera Hoxha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68240" y="3374136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64280" y="2423160"/>
            <a:ext cx="0" cy="126187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68240" y="2423160"/>
            <a:ext cx="0" cy="126187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47488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86968" y="502920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Pamje ilustruese e ndërfaqes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629400" y="18288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është?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grafik për të parë e menaxhuar bazën — pa shkruar komanda.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duhet?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Shohim tabelat, të dhënat, dhe provojmë SQL para se ta vëmë në Java.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Lidhja e parë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Connection → user, fjalëkalimi, localhost:1521/XEPDB1.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jonë e parë (SQL)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5943600" cy="1874520"/>
          </a:xfrm>
          <a:prstGeom prst="roundRect">
            <a:avLst>
              <a:gd name="adj" fmla="val 439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studentet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VARCHAR2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që krijohet (bosh):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2148840"/>
            <a:ext cx="4114800" cy="329184"/>
          </a:xfrm>
          <a:prstGeom prst="rect">
            <a:avLst/>
          </a:prstGeom>
          <a:solidFill>
            <a:srgbClr val="142033"/>
          </a:solidFill>
          <a:ln w="6350">
            <a:solidFill>
              <a:srgbClr val="DB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0" y="2148840"/>
            <a:ext cx="0" cy="329184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0" y="2148840"/>
            <a:ext cx="0" cy="329184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3749040"/>
            <a:ext cx="5943600" cy="2194560"/>
          </a:xfrm>
          <a:prstGeom prst="roundRect">
            <a:avLst>
              <a:gd name="adj" fmla="val 3750"/>
            </a:avLst>
          </a:prstGeom>
          <a:solidFill>
            <a:srgbClr val="1E3050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391363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kolonë ka një TIP: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88720" y="4315968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numra (id, mosha)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VARCHAR2(100)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tekst deri 100 shkronja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FE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identifikues UNIK; s'përsëritet</a:t>
            </a:r>
            <a:endParaRPr lang="en-US" sz="12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77640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8952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standard Oracle (sipas dokumentacionit)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FLET PROGRAMI ME BAZËN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JDBC: ura mes Java-s dhe Oracle-it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4203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487168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Java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709160" y="22860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87168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0916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drajveri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595360" y="22860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4203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487168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743200"/>
            <a:ext cx="411480" cy="41148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743200"/>
            <a:ext cx="411480" cy="4114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61188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</a:t>
            </a:r>
            <a:endParaRPr lang="en-US" sz="1050" dirty="0"/>
          </a:p>
        </p:txBody>
      </p:sp>
      <p:sp>
        <p:nvSpPr>
          <p:cNvPr id="18" name="Text 10"/>
          <p:cNvSpPr/>
          <p:nvPr/>
        </p:nvSpPr>
        <p:spPr>
          <a:xfrm>
            <a:off x="736092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të dhënat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594360" y="4114800"/>
            <a:ext cx="11018520" cy="1828800"/>
          </a:xfrm>
          <a:prstGeom prst="roundRect">
            <a:avLst>
              <a:gd name="adj" fmla="val 4500"/>
            </a:avLst>
          </a:prstGeom>
          <a:solidFill>
            <a:srgbClr val="FBEDDD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70832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371600" y="427939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Drajveri (ojdbc11.jar):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skedar .jar që Oracle e jep. Java s'di ta flasë Oracle-in vetë — drajveri është 'përkthyesi'. Duhet shtuar te projekti (classpath) para se të lidhesh.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137160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Shkarko: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oracle.com/database/technologies/appdev/jdbc  →  vendose .jar te projekti (Build Path / classpath).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I KOMPILUAR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Lidhja me JDBC: DriverManager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7315200" cy="4366260"/>
          </a:xfrm>
          <a:prstGeom prst="roundRect">
            <a:avLst>
              <a:gd name="adj" fmla="val 188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85800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//localhost:1521/XEPDB1";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lidhja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getConnection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"fjalekalimi"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 lidha me sukses!"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lidhja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"Gabim: 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getMessage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17373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URL-ja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= drajveri; XEPDB1 = shërbimi; 1521 = porti.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getConnection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fjalëkalimi → objekt Connection.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SQLException — si L10, gjithmonë e trajtojmë.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close()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Mbylle gjithmonë lidhjen në fund.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16305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6144768"/>
            <a:ext cx="7022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Java e kompiluar dhe verifikuar (java.sql)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Shtimi i të dhënave: INSERT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76656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630936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studentet (id, emri, mosha) 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"VALUES (?, ?, ?)"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lidhja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prepareStatement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 i pare  -&gt; id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Kola"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 i dyte  -&gt; emri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 i trete -&gt; mosha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rreshta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executeUpdate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rreshta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rresht u shtua."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809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pas INSERT: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2194560"/>
            <a:ext cx="3886200" cy="329184"/>
          </a:xfrm>
          <a:prstGeom prst="rect">
            <a:avLst/>
          </a:prstGeom>
          <a:solidFill>
            <a:srgbClr val="142033"/>
          </a:solidFill>
          <a:ln w="6350">
            <a:solidFill>
              <a:srgbClr val="DB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2194560"/>
            <a:ext cx="1295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76360" y="2194560"/>
            <a:ext cx="1295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271760" y="2194560"/>
            <a:ext cx="1295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2523744"/>
            <a:ext cx="3886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BE2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0" y="2523744"/>
            <a:ext cx="1295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976360" y="2523744"/>
            <a:ext cx="1295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Kola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271760" y="2523744"/>
            <a:ext cx="1295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976360" y="2194560"/>
            <a:ext cx="0" cy="640080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71760" y="2194560"/>
            <a:ext cx="0" cy="640080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3429000"/>
            <a:ext cx="3886200" cy="2514600"/>
          </a:xfrm>
          <a:prstGeom prst="roundRect">
            <a:avLst>
              <a:gd name="adj" fmla="val 3273"/>
            </a:avLst>
          </a:prstGeom>
          <a:solidFill>
            <a:srgbClr val="FBEDDD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3657600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927848" y="402336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'?' dhe setInt/setString?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'?' janë vende bosh; i mbushim me vlera të sigurta. Kjo mbron nga gabimet dhe nga 'SQL injection'. executeUpdate() kthen sa rreshta u prekën.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00760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6968" y="5989320"/>
            <a:ext cx="647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Java kompiluar; SQL standard Oracle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KUJDES ME WHERE!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Fshirja e të dhënave: DELETE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685800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94560"/>
            <a:ext cx="64008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"DELETE FROM studentet WHERE id = ?"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lidhja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prepareStatement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fshi studentin me id = 1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rreshta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executeUpdate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rreshta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rresht u fshi."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18288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3A2430"/>
          </a:solidFill>
          <a:ln w="15875">
            <a:solidFill>
              <a:srgbClr val="C065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78240" y="2011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RREZIK i madh!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366760" y="2423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0C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studentet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 WHERE
fshin TË GJITHË tabelën!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9FE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Gjithmonë vër WHERE.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14400" y="4663440"/>
            <a:ext cx="6858000" cy="1280160"/>
          </a:xfrm>
          <a:prstGeom prst="roundRect">
            <a:avLst>
              <a:gd name="adj" fmla="val 6429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1188720" y="4791456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?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zgjedh SAKTËSISHT cilin rresht të fshijë — vetëm atë me këtë id. Pa të, s'ka filtër dhe fshihet gjithçka.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8587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8404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kompiluar; SQL standard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QË PËRSËRITET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bashkë: rrjedha e plotë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7040880" cy="4105656"/>
          </a:xfrm>
          <a:prstGeom prst="roundRect">
            <a:avLst>
              <a:gd name="adj" fmla="val 200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658368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//localhost:1521/XEPDB1";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studentet VALUES (?, ?, ?)"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try-with-resources: mbyllet VETE (si L12!)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lidhja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getConnection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lidhja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prepareStatement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 Doda"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executeUpdate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"Gabim: 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getMessage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17373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Lidhu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getConnection me URL + kredencialet.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Përgatit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prepareStatement me SQL-në.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Mbush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setInt/setString për çdo '?'.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Ekzekuto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executeUpdate() për INSERT/DELETE.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Mbyll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e bën vetë.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0076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" y="5989320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Java kompiluar &amp; verifikuar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FOTOGRAFOJENI KËTË SLAJD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Fletë referimi — Oracle &amp; JDBC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185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6352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Veprimi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Kodi / 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URL-ja e lidhjes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jdbc:oracle:thin:@//localhost:1521/XEPDB1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Lidhu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DriverManager.getConnection(url, user, pass)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Krijo tabelë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... (kolona TIP, ...)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Përgatit komandën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lidhja.prepareStatement(sql)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Mbush vlerat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dek.setInt(1, ...) / dek.setString(2, ...)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Shto rresht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 t VALUES (?, ?)  + executeUpdate()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Fshi rresht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 t WHERE id = ?  + executeUpdate()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Mbyll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try-with-resources (ose .close())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Trajto gabimet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catch (SQLException 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Modeli: lidhu → përgatit → mbush '?' → executeUpdate → mbyll. INSERT &amp; DELETE sot; UPDATE javën tjetër.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457200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Kujtoni: JDBC është ura; '?' mbrojnë të dhënat; DELETE pa WHERE fshin gjithçka.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KONCEPTET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JDBC?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377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bazë të dhënash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 që lidh Java-n me bazën e të dhënave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gjuhë programimi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190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 gabimin 'No suitable driver found'. Çfarë harrove?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24688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shtosh drajverin (.jar) te projekti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vësh WHERE te SQL-ja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mbyllësh lidhjen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461772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47091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Ndihmë: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 pyetjen 2, gabimi thotë që Java s'e gjen dot 'drajverin' — përkthyesin që i mungon.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KODI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bën ky kod?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978408"/>
          </a:xfrm>
          <a:prstGeom prst="roundRect">
            <a:avLst>
              <a:gd name="adj" fmla="val 841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studentet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3931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Fshin të gjithë studentët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Fshin vetëm studentin me id = 5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Shton një student të ri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190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dek.setString(2, "Ana"), çfarë do të thotë numri 2?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2514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Pozicioni i '?' (i dyti) në SQL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Mosha e studentit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Numri i rreshtave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Ura Java ↔ bazë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06440" y="18105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është API-ja që lejon programin Java të flasë me Oracle.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Shto drajverin (.jar)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06440" y="2889504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suitable driver' = ojdbc.jar mungon te classpath i projektit.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Fshin vetëm id = 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06440" y="3968496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 filtron: preket vetëm rreshti që përputhet. Pa WHERE → gjithçka!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Pozicioni i '?' të dytë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06440" y="5047488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setString(2, ...) mbush placeholder-in e dytë në rendin e SQL-së.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gati për të punuar me baza të dhënash! · 2 saktë: rishikoni slajdet 7 dhe 9 · 0–1: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e të dhënave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Oracle &gt; skedarët për të dhëna reale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XE + SQL Developer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 Java ↔ Oracle (drajveri .jar)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Lidhja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DriverManager.getConnection(url,...)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+ '?' + executeUpdate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Gjithmonë me WHERE!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 — dorëzim me Git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Instalo dhe lidhu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00600" y="164592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Instalo Oracle XE + SQL Developer. Krijo përdoruesin, lidhu, dhe bëj një screenshot të lidhjes së suksesshme.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jote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SQL Developer krijo tabelën 'produktet' (id, emri, cmimi). Shto 3 rreshta me INSERT dhe shfaqi me SELECT.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nga Java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00600" y="356616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Shkruaj një program Java që lidhet dhe shton një produkt të ri me PreparedStatement. Printo sa rreshta u shtuan.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DELETE i sigurt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452628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Java që lexon një id nga tastiera (Scanner) dhe fshin atë produkt me DELETE ... WHERE. Kujdes me WHERE!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Dorëzimi: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me kodin + screenshot-e të tabelës dhe daljes.  Java tjetër: UPDATE dhe SELECT i thelluar.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15: Oracle dhe JDBC</dc:title>
  <dc:subject>PptxGenJS Presentation</dc:subject>
  <dc:creator>Kreni</dc:creator>
  <cp:lastModifiedBy>Kreni</cp:lastModifiedBy>
  <cp:revision>1</cp:revision>
  <dcterms:created xsi:type="dcterms:W3CDTF">2026-09-18T12:39:19Z</dcterms:created>
  <dcterms:modified xsi:type="dcterms:W3CDTF">2026-09-18T12:39:19Z</dcterms:modified>
</cp:coreProperties>
</file>