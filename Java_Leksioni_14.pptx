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C3B25F8-4334-4C43-9509-BC3E4186BB1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Kulmi i serisë grafike: animacioni. Deri sot vizatimet ishin statike; sot i vëmë në lëvizje me një Timer, dhe kulmojmë me një lojë të plotë Snake. SHËNIM: figurat janë renderim REAL — frejmet e animacionit dhe gjendjet e lojës u vizatuan vërtet nga kodi. Logjika e lojës (rritja, fitorja në 10) u verifikua me simulim. 70 minuta.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59D76B-207E-4858-8902-39C8C25468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Gjysma e parë: mekanika e animacionit (Timer, lëvizje, kërcim, pulsim). Gjysma e dytë: loja e gjarprit që i bashkon të gjitha — Timer, vizatim, ArrayList, tastiera. Çdo figurë është renderim real.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A4A397-5D98-4A02-AB1F-BFF6079CFE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Ideja kyçe që shpesh i habit studentët: asgjë nuk 'lëviz' — ne vetëm rivizatojmë të njëjtën formë në vende paksa të ndryshme, shpejt. Filmstrip-i djathtas (renderim real) e tregon: katër frejmë të të njëjtit drejtkëndësh me x të rritur. Analogjia e flipbook-ut e mbërthen konceptin.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5BEE0E-6A54-4D17-AA16-ECA870EB0D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Timer është zemra e çdo animacioni. Ndryshimi nga një ActionListener butoni: Timer-i e thërret kodin VETË, përsëri e përsëri, pa ndërhyrje. 30ms ≈ 33 herë/sekondë — mjaft për lëvizje të butë. Theksoni ciklin: rreh → ndrysho → repaint → vizato → përsërit. Ky është motori.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6539CC-DF9C-4A10-87E2-2C21EC9CE7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Animacioni më i thjeshtë: x += 3 çdo hap. Filmstrip-i djathtas është renderim real i katër frejmave. Lidhja me gjendjen: x duhet të jetë fushë (jashtë Timer-it) që të mbijetojë mes rrahjeve — pikërisht si numëruesi i L11. Kthimi në 0 krijon një rreth të pafund. getWidth() jep gjerësinë e panelit.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E1C641-CA8D-41E0-BCC2-DF034E0150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Kërcimi bëhet duke ndërruar shenjën e shpejtësisë kur preket muri. shpejtesia = -shpejtesia është elegante: +4 bëhet -4 (majtas), pastaj -4 bëhet +4 (djathtas). getWidth()-60 sepse drejtkëndëshi ka gjerësi 60 — koka e tij s'duhet të dalë. Filmstrip-i real tregon afrimin dhe kthimin.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46FD60-5B4F-4D06-8ABB-A577523B92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'Rrathët që rrumbullakohen' nga kërkesa: animojmë rrezen. I njëjti model kërcimi (rritja = -rritja) por mbi madhësinë, jo pozicionin. Detaji i rëndësishëm: për ta mbajtur rrethin në qendër ndërsa rritet, vizatojmë nga (qx-rrezja, qy-rrezja) me diametër rrezja*2. Filmstrip-i real tregon rritjen.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68FF97-4CDB-440F-82E0-B752BB5FD7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Prezantimi i lojës. Katër konceptet: rrjeta (qelizat), gjarpri si ArrayList&lt;Point&gt; me kokën te 0, ushqimi si Point i rastësishëm, dhe Timer-i që e lëviz. Figura majtas është gjendja reale e fillimit — gjarpri me tre segmente dhe ushqimi djathtas. Të gjitha të mësuara më parë bashkohen këtu.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1FFE0A-9FC5-4BFC-B168-2DDEF4B84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Truku më i bukur i Snake: lëvizja s'zhvendos çdo segment — thjesht shton një kokë të re përpara dhe heq bishtin. Rezultati duket si lëvizje. Dhe kur ha ushqim: shton kokë POR nuk heq bishtin → rritet. Kjo verifikuar me simulim: gjatësia 3→13 pas 10 ushqimeve. dx,dy janë drejtimi (nga tastiera).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63D883-BD3E-48C8-9914-4E131D6CFC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KeyListener kap tastet — koncept i ri por i ngjashëm me MouseListener. VK_LEFT etj. janë kodet e shigjetave. Kontrolli 'dx != 1' parandalon vetëvrasjen (kthimin mbi trup). setFocusable(true) është gabimi #1: pa të, paneli s'merr ngjarjet e tastierës. dx,dy si vektor drejtimi është elegant dhe do të përdoret te hapi().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3C170C-4042-4A33-95F5-2C46510AD3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Kushti i fitores: rezultati &gt;= 10 → fitove=true → koha.stop() ndal Timer-in (gjarpri ngrin). Ekrani djathtas është gjendja reale e fitores me 'FITOVE!'. Rifillimi: ENTER thërret fillo() që pastron gjithçka dhe rinis. Kjo u verifikua me simulim — 10 ushqime → fitore. fillo() gjithashtu përdoret në nisje, prandaj s'ka kod të dyfishtë.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382343-20F9-4E5F-9686-A09D805A1F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Fletë referimi për fotografim. Rreshti i artë përmbledh motorin e animacionit. Theksoni pika.equals() për krahasimin e dy Point-eve (jo ==), dhe setFocusable(true) që harrohet gjithmonë te lojërat me tastierë.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B6C899-626B-42FE-AF10-F5F4269465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 pyetje mbi animacionin/Timer-in, dy mbi lojën. Të gjitha kodet u kompiluan dhe logjika u verifikua.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57DE8B-D0D9-437D-A32F-CDE4445D94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Q1: Timer thërret kodin çdo 30ms, përsëri e përsëri; përgjigja b. Q2: ndërrimi i shenjës ndryshon drejtimin — kërcim; përgjigja c. Të dyja testojnë konceptet bazë të motorit të animacionit.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243270-1CAE-463A-BC36-6AF2899EC6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Q3: rritja = shto kokë pa hequr bisht; përgjigja a (verifikuar: 3→13). Q4: pa setFocusable(true) paneli s'i dëgjon tastet; përgjigja b. Bonusi: pa 'dx != 1', gjarpri mund të kthehet mbi vetveten dhe të 'vetëvritet' menjëherë.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C844B8-8DD5-47C1-80DF-24B81E7550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Q3 është koncepti më elegant i lojës; Q4 gabimi më i shpeshtë praktik. Nëse dikush gaboi Q3, riktheni te slajdi 9 dhe ndiqni add(0,...) dhe remove me gisht.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86BE90-962F-46F0-BCF8-DBA4A9991A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Fjalia për t'u marrë me vete: 'animacioni s'është magji — është vizatim i shpejtë; loja s'është magji — janë rregulla mbi një animacion'. Sot ndërtuam një lojë të vërtetë duke bashkuar gjithçka të semestrit. Java tjetër: mund të përmirësojmë lojën (nivele, ruajtje rezultati në skedar) ose një projekt final.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B6F2B5-0FE6-4171-B929-C5BE504BFC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Detyra 1 është animacion 2D (x dhe y). Detyra 2 modifikon lojën gati — hyrje e butë. Detyra 3 lidh lojën me skedarët (L12) për rekordin — ura drejt projektit final. Detyra 4 shton rregulla të reja loje. Kërkoni pamje/video: provë se u ekzekutua. Git: 4 commit-e.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277672-0587-47E9-87D0-3CE9858F69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4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595360" y="-1463040"/>
            <a:ext cx="5028840" cy="5028840"/>
          </a:xfrm>
          <a:prstGeom prst="ellipse">
            <a:avLst/>
          </a:prstGeom>
          <a:solidFill>
            <a:srgbClr val="E8730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3291840"/>
            <a:ext cx="3840120" cy="3840120"/>
          </a:xfrm>
          <a:prstGeom prst="ellipse">
            <a:avLst/>
          </a:prstGeom>
          <a:solidFill>
            <a:srgbClr val="1E305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503920" y="1600200"/>
            <a:ext cx="3273120" cy="2729160"/>
          </a:xfrm>
          <a:prstGeom prst="rect">
            <a:avLst/>
          </a:prstGeom>
          <a:solidFill>
            <a:srgbClr val="6B748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503920" y="1600200"/>
            <a:ext cx="3273120" cy="273960"/>
          </a:xfrm>
          <a:prstGeom prst="rect">
            <a:avLst/>
          </a:prstGeom>
          <a:solidFill>
            <a:srgbClr val="0A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595360" y="16002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Loja e Gjarprit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8540640" y="1892880"/>
            <a:ext cx="3200040" cy="240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5"/>
          <p:cNvSpPr/>
          <p:nvPr/>
        </p:nvSpPr>
        <p:spPr>
          <a:xfrm>
            <a:off x="822960" y="11887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40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LEKSIONI 14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86240" y="1572840"/>
            <a:ext cx="7680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Animacioni dhe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loja e gjarprit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822960" y="3017520"/>
            <a:ext cx="7589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Format lëvizin, rrathët pulsojnë — dhe ndërtojmë një lojë të vërtetë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841320" y="3611880"/>
            <a:ext cx="6583320" cy="176004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1042560" y="379476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1243440" y="379476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1444680" y="379476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1097280" y="4069080"/>
            <a:ext cx="6126120" cy="12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koha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30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-&gt;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x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3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</a:t>
            </a:r>
            <a:r>
              <a:rPr lang="en-US" sz="13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leviz</a:t>
            </a:r>
            <a:r>
              <a:rPr lang="en-US" sz="13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repai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nt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3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</a:t>
            </a:r>
            <a:r>
              <a:rPr lang="en-US" sz="13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ri-</a:t>
            </a:r>
            <a:r>
              <a:rPr lang="en-US" sz="13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vizat</a:t>
            </a:r>
            <a:r>
              <a:rPr lang="en-US" sz="13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koha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start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3"/>
          <p:cNvSpPr/>
          <p:nvPr/>
        </p:nvSpPr>
        <p:spPr>
          <a:xfrm>
            <a:off x="840960" y="5486400"/>
            <a:ext cx="6949440" cy="360"/>
          </a:xfrm>
          <a:prstGeom prst="line">
            <a:avLst/>
          </a:prstGeom>
          <a:ln w="1905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822960" y="5623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Ligjëratë 70 minuta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 •     </a:t>
            </a: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Nivel: Mesatar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 •     </a:t>
            </a: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Informatikë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AGJENDA · 70 MINUTA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Plani i leksionit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54864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80460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1" descr="preencoded.png"/>
          <p:cNvPicPr/>
          <p:nvPr/>
        </p:nvPicPr>
        <p:blipFill>
          <a:blip r:embed="rId2"/>
          <a:stretch/>
        </p:blipFill>
        <p:spPr>
          <a:xfrm>
            <a:off x="93276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5"/>
          <p:cNvSpPr/>
          <p:nvPr/>
        </p:nvSpPr>
        <p:spPr>
          <a:xfrm>
            <a:off x="309996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06'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80460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Ç'është animacioni?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0460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Iluzioni i lëvizjes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437076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462672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2" descr="preencoded.png"/>
          <p:cNvPicPr/>
          <p:nvPr/>
        </p:nvPicPr>
        <p:blipFill>
          <a:blip r:embed="rId3"/>
          <a:stretch/>
        </p:blipFill>
        <p:spPr>
          <a:xfrm>
            <a:off x="475488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0"/>
          <p:cNvSpPr/>
          <p:nvPr/>
        </p:nvSpPr>
        <p:spPr>
          <a:xfrm>
            <a:off x="692208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10'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462672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Timer-i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462672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Rrahja e zemrës së animacionit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819288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4"/>
          <p:cNvSpPr/>
          <p:nvPr/>
        </p:nvSpPr>
        <p:spPr>
          <a:xfrm>
            <a:off x="844920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3" descr="preencoded.png"/>
          <p:cNvPicPr/>
          <p:nvPr/>
        </p:nvPicPr>
        <p:blipFill>
          <a:blip r:embed="rId4"/>
          <a:stretch/>
        </p:blipFill>
        <p:spPr>
          <a:xfrm>
            <a:off x="857700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15"/>
          <p:cNvSpPr/>
          <p:nvPr/>
        </p:nvSpPr>
        <p:spPr>
          <a:xfrm>
            <a:off x="1074420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12'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844920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Lëvizje &amp; kërcim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844920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Drejtkëndësha që lëvizin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54864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80460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4" descr="preencoded.png"/>
          <p:cNvPicPr/>
          <p:nvPr/>
        </p:nvPicPr>
        <p:blipFill>
          <a:blip r:embed="rId5"/>
          <a:stretch/>
        </p:blipFill>
        <p:spPr>
          <a:xfrm>
            <a:off x="93276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20"/>
          <p:cNvSpPr/>
          <p:nvPr/>
        </p:nvSpPr>
        <p:spPr>
          <a:xfrm>
            <a:off x="309996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06'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80460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Rrathë pulsues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80460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Rrezja që animohet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3"/>
          <p:cNvSpPr/>
          <p:nvPr/>
        </p:nvSpPr>
        <p:spPr>
          <a:xfrm>
            <a:off x="437076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4"/>
          <p:cNvSpPr/>
          <p:nvPr/>
        </p:nvSpPr>
        <p:spPr>
          <a:xfrm>
            <a:off x="462672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5" descr="preencoded.png"/>
          <p:cNvPicPr/>
          <p:nvPr/>
        </p:nvPicPr>
        <p:blipFill>
          <a:blip r:embed="rId6"/>
          <a:stretch/>
        </p:blipFill>
        <p:spPr>
          <a:xfrm>
            <a:off x="475488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5"/>
          <p:cNvSpPr/>
          <p:nvPr/>
        </p:nvSpPr>
        <p:spPr>
          <a:xfrm>
            <a:off x="692208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20'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6"/>
          <p:cNvSpPr/>
          <p:nvPr/>
        </p:nvSpPr>
        <p:spPr>
          <a:xfrm>
            <a:off x="462672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Loja e gjarprit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7"/>
          <p:cNvSpPr/>
          <p:nvPr/>
        </p:nvSpPr>
        <p:spPr>
          <a:xfrm>
            <a:off x="462672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Ndërtojmë hap pas hapi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8"/>
          <p:cNvSpPr/>
          <p:nvPr/>
        </p:nvSpPr>
        <p:spPr>
          <a:xfrm>
            <a:off x="819288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9"/>
          <p:cNvSpPr/>
          <p:nvPr/>
        </p:nvSpPr>
        <p:spPr>
          <a:xfrm>
            <a:off x="844920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6" descr="preencoded.png"/>
          <p:cNvPicPr/>
          <p:nvPr/>
        </p:nvPicPr>
        <p:blipFill>
          <a:blip r:embed="rId7"/>
          <a:stretch/>
        </p:blipFill>
        <p:spPr>
          <a:xfrm>
            <a:off x="857700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30"/>
          <p:cNvSpPr/>
          <p:nvPr/>
        </p:nvSpPr>
        <p:spPr>
          <a:xfrm>
            <a:off x="1074420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16'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1"/>
          <p:cNvSpPr/>
          <p:nvPr/>
        </p:nvSpPr>
        <p:spPr>
          <a:xfrm>
            <a:off x="844920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Fitorja + quiz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2"/>
          <p:cNvSpPr/>
          <p:nvPr/>
        </p:nvSpPr>
        <p:spPr>
          <a:xfrm>
            <a:off x="844920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10 ushqime → fito → rifillo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3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4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IDEJA THEMELORE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Ç'është animacioni? Iluzioni i lëvizjes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1" descr="preencoded.png"/>
          <p:cNvPicPr/>
          <p:nvPr/>
        </p:nvPicPr>
        <p:blipFill>
          <a:blip r:embed="rId2"/>
          <a:stretch/>
        </p:blipFill>
        <p:spPr>
          <a:xfrm>
            <a:off x="594360" y="1828800"/>
            <a:ext cx="6400440" cy="12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Image 2" descr="preencoded.png"/>
          <p:cNvPicPr/>
          <p:nvPr/>
        </p:nvPicPr>
        <p:blipFill>
          <a:blip r:embed="rId3"/>
          <a:stretch/>
        </p:blipFill>
        <p:spPr>
          <a:xfrm>
            <a:off x="594360" y="30816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3"/>
          <p:cNvSpPr/>
          <p:nvPr/>
        </p:nvSpPr>
        <p:spPr>
          <a:xfrm>
            <a:off x="887040" y="3063240"/>
            <a:ext cx="6107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Frejmë REALE: i njëjti drejtkëndësh, x rritet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7360920" y="1828800"/>
            <a:ext cx="42058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E8730C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Asgjë s'lëviz vërtet!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Vizatojmë të njëjtën formë në pozicion pak më ndryshe, shumë herë në sekondë.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142033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Truri e sheh si lëvizje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Si filmi: 24 fotografi/sekondë duken të vazhdueshme.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E8730C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Cikli i animacionit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Ndrysho pozicionin → repaint() → prit pak → përsërit.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594360" y="3520440"/>
            <a:ext cx="6400440" cy="2422800"/>
          </a:xfrm>
          <a:prstGeom prst="roundRect">
            <a:avLst>
              <a:gd name="adj" fmla="val 3396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3" descr="preencoded.png"/>
          <p:cNvPicPr/>
          <p:nvPr/>
        </p:nvPicPr>
        <p:blipFill>
          <a:blip r:embed="rId4"/>
          <a:stretch/>
        </p:blipFill>
        <p:spPr>
          <a:xfrm>
            <a:off x="841320" y="37490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6"/>
          <p:cNvSpPr/>
          <p:nvPr/>
        </p:nvSpPr>
        <p:spPr>
          <a:xfrm>
            <a:off x="1371600" y="3657600"/>
            <a:ext cx="548604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Krahaso me librin me figura (flipbook): 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çdo faqe ka një vizatim pak të ndryshëm; kur i kalon shpejt, figura 'lëviz'. Programi ynë bën të njëjtën gjë — vetëm se 'faqet' i vizaton Java-ja dhjetëra herë në sekondë.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JAVAX.SWING.TIMER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Timer-i: rrahja e zemrës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914400" y="1737360"/>
            <a:ext cx="6400440" cy="2541600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1115640" y="192024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1316880" y="192024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1517760" y="192024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1170360" y="2194560"/>
            <a:ext cx="594324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javax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swing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therret kodin cdo 30 milisekonda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koha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30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-&gt;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x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3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ndrysho gjendjen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repaint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3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kerko ri-vizatim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koha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start</a:t>
            </a:r>
            <a:r>
              <a:rPr lang="en-US" sz="13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3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3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nise!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7589520" y="1828800"/>
            <a:ext cx="39772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new Timer(30, ...)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30 = sa milisekonda mes çdo 'rrahje'. Më i vogël = më i shpejtë.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Lambda e -&gt; {...}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Kodi që ekzekutohet çdo herë — si actionPerformed.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.start() / .stop()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Nis ose ndal animacionin.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914400" y="4206240"/>
            <a:ext cx="6400440" cy="1737000"/>
          </a:xfrm>
          <a:prstGeom prst="roundRect">
            <a:avLst>
              <a:gd name="adj" fmla="val 4737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1188720" y="4370760"/>
            <a:ext cx="5851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Cikli i përjetshëm: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1188720" y="4754880"/>
            <a:ext cx="5943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1. Timer 'rreh'  →  </a:t>
            </a:r>
            <a:r>
              <a:rPr lang="en-US" sz="12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2. ndrysho gjendjen (x, rrezja...)  → 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3. repaint()  →  </a:t>
            </a:r>
            <a:r>
              <a:rPr lang="en-US" sz="12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4. paintComponent vizaton  →  </a:t>
            </a: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përsërit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X RRITET ÇDO HAP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Lëvizja e parë: drejtkëndëshi që rrëshqet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594360" y="1737360"/>
            <a:ext cx="6400440" cy="3584160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795600" y="192024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996840" y="192024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1197720" y="192024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850320" y="2194560"/>
            <a:ext cx="5943240" cy="30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koha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-&gt;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levize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djathtas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&gt;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getWidth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 kthehu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ne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fillim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repaint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koha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ne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paintCom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ponent: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setCol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Color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BLUE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fillRe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x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60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60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1" descr="preencoded.png"/>
          <p:cNvPicPr/>
          <p:nvPr/>
        </p:nvPicPr>
        <p:blipFill>
          <a:blip r:embed="rId2"/>
          <a:stretch/>
        </p:blipFill>
        <p:spPr>
          <a:xfrm>
            <a:off x="7178040" y="1920240"/>
            <a:ext cx="4388760" cy="86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Image 2" descr="preencoded.png"/>
          <p:cNvPicPr/>
          <p:nvPr/>
        </p:nvPicPr>
        <p:blipFill>
          <a:blip r:embed="rId3"/>
          <a:stretch/>
        </p:blipFill>
        <p:spPr>
          <a:xfrm>
            <a:off x="7178040" y="312732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8"/>
          <p:cNvSpPr/>
          <p:nvPr/>
        </p:nvSpPr>
        <p:spPr>
          <a:xfrm>
            <a:off x="7470720" y="3108960"/>
            <a:ext cx="4096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Frejmë reale: x = 0, 32, 64, 96...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7178040" y="3520440"/>
            <a:ext cx="4388760" cy="242280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7425000" y="367596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Si funksionon: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7425000" y="4060080"/>
            <a:ext cx="3977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6000"/>
              </a:lnSpc>
              <a:spcAft>
                <a:spcPts val="7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x fillon 0 dhe rritet me 3 çdo 'rrahje'.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6000"/>
              </a:lnSpc>
              <a:spcAft>
                <a:spcPts val="7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Kur del nga ekrani, kthehet në 0 (rreth pa fund).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6000"/>
              </a:lnSpc>
              <a:buClr>
                <a:srgbClr val="E8730C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x jashtë Timer-it që të MBAJË vlerën mes rrahjeve.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NDRYSHO DREJTIMIN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Kërcimi: kthehu kur prek murin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914400" y="1737360"/>
            <a:ext cx="6400440" cy="3323520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1115640" y="192024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1316880" y="192024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1517760" y="192024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1170360" y="2194560"/>
            <a:ext cx="5943240" cy="27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shpejtesia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+ djathtas, - majtas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koha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-&gt;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shpejtesia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kur prek murin, ndrysho drejtimin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||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&gt;=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getWidth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60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shpejtesia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shpejtesia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repaint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1" descr="preencoded.png"/>
          <p:cNvPicPr/>
          <p:nvPr/>
        </p:nvPicPr>
        <p:blipFill>
          <a:blip r:embed="rId2"/>
          <a:stretch/>
        </p:blipFill>
        <p:spPr>
          <a:xfrm>
            <a:off x="7360920" y="1920240"/>
            <a:ext cx="4205880" cy="82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Image 2" descr="preencoded.png"/>
          <p:cNvPicPr/>
          <p:nvPr/>
        </p:nvPicPr>
        <p:blipFill>
          <a:blip r:embed="rId3"/>
          <a:stretch/>
        </p:blipFill>
        <p:spPr>
          <a:xfrm>
            <a:off x="7360920" y="312732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8"/>
          <p:cNvSpPr/>
          <p:nvPr/>
        </p:nvSpPr>
        <p:spPr>
          <a:xfrm>
            <a:off x="7653600" y="3108960"/>
            <a:ext cx="3913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Frejmë reale: afrohet, kthehet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914400" y="4572000"/>
            <a:ext cx="6400440" cy="1600200"/>
          </a:xfrm>
          <a:prstGeom prst="roundRect">
            <a:avLst>
              <a:gd name="adj" fmla="val 4615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1143000" y="4618080"/>
            <a:ext cx="5943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Truku i kërcimit: 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shpejtesia = -shpejtesia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Pozitive bëhet negative dhe anasjelltas — pra drejtkëndëshi ndryshon drejtim. Është i njëjti mendim si te 'append vs overwrite': një ndryshim i vogël (shenja) ndryshon gjithë sjelljen.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FORMAT NDRYSHOJNË MADHËSI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Rrathë që pulsojnë: animojmë rrezen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594360" y="1737360"/>
            <a:ext cx="6491880" cy="4366080"/>
          </a:xfrm>
          <a:prstGeom prst="roundRect">
            <a:avLst>
              <a:gd name="adj" fmla="val 1885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795600" y="192024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996840" y="192024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1197720" y="192024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850320" y="2194560"/>
            <a:ext cx="6034680" cy="38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rrezja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rritja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koha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-&gt;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rrezja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rrezja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rritja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rrezja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&gt;=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100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||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rrezja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rritja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rritja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kthehu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repaint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vizato nga QENDRA: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qx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getWidth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/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qy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getHeight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/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fillOval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qx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rrezja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qy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rrezja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rrezja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*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rrezja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*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1" descr="preencoded.png"/>
          <p:cNvPicPr/>
          <p:nvPr/>
        </p:nvPicPr>
        <p:blipFill>
          <a:blip r:embed="rId2"/>
          <a:stretch/>
        </p:blipFill>
        <p:spPr>
          <a:xfrm>
            <a:off x="7315200" y="1920240"/>
            <a:ext cx="4205880" cy="10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Image 2" descr="preencoded.png"/>
          <p:cNvPicPr/>
          <p:nvPr/>
        </p:nvPicPr>
        <p:blipFill>
          <a:blip r:embed="rId3"/>
          <a:stretch/>
        </p:blipFill>
        <p:spPr>
          <a:xfrm>
            <a:off x="7315200" y="33102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8"/>
          <p:cNvSpPr/>
          <p:nvPr/>
        </p:nvSpPr>
        <p:spPr>
          <a:xfrm>
            <a:off x="7607880" y="3291840"/>
            <a:ext cx="3913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Frejmë reale: rrezja 20→100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7315200" y="3703320"/>
            <a:ext cx="4205880" cy="2239920"/>
          </a:xfrm>
          <a:prstGeom prst="roundRect">
            <a:avLst>
              <a:gd name="adj" fmla="val 3673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3" descr="preencoded.png"/>
          <p:cNvPicPr/>
          <p:nvPr/>
        </p:nvPicPr>
        <p:blipFill>
          <a:blip r:embed="rId4"/>
          <a:stretch/>
        </p:blipFill>
        <p:spPr>
          <a:xfrm>
            <a:off x="7562160" y="393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10"/>
          <p:cNvSpPr/>
          <p:nvPr/>
        </p:nvSpPr>
        <p:spPr>
          <a:xfrm>
            <a:off x="8019360" y="4069080"/>
            <a:ext cx="3291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Vizatimi nga qendra:  </a:t>
            </a: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fillOval do këndin lart-majtas, jo qendrën. Prandaj zbresim rrezen: (qx − rrezja). Kjo e mban rrethin të përqendruar ndërsa rritet.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IDEJA E MADHE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Loja e gjarprit: si funksionon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1" descr="preencoded.png"/>
          <p:cNvPicPr/>
          <p:nvPr/>
        </p:nvPicPr>
        <p:blipFill>
          <a:blip r:embed="rId2"/>
          <a:stretch/>
        </p:blipFill>
        <p:spPr>
          <a:xfrm>
            <a:off x="914400" y="1783080"/>
            <a:ext cx="4023000" cy="301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Image 2" descr="preencoded.png"/>
          <p:cNvPicPr/>
          <p:nvPr/>
        </p:nvPicPr>
        <p:blipFill>
          <a:blip r:embed="rId3"/>
          <a:stretch/>
        </p:blipFill>
        <p:spPr>
          <a:xfrm>
            <a:off x="914400" y="48920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3"/>
          <p:cNvSpPr/>
          <p:nvPr/>
        </p:nvSpPr>
        <p:spPr>
          <a:xfrm>
            <a:off x="1207080" y="4873680"/>
            <a:ext cx="373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Gjendje reale: fillimi i lojës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5852160" y="1828800"/>
            <a:ext cx="57146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Rrjetë qelizash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Tabela ndahet në qeliza; çdo pjesë e gjarprit zë një qelizë.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Gjarpri = ArrayList&lt;Point&gt;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Koka te indeksi 0; trupi vjen pas.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Ushqimi = një Point i rastësishëm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Rrethi i kuq që gjarpri duhet të hajë.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Timer-i e lëviz automatikisht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Çdo rrahje: gjarpri bën një hap përpara.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TRUKU QENDROR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Lëvizja e gjarprit: shto kokë, </a:t>
            </a: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hiq bisht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594360" y="1691640"/>
            <a:ext cx="6857640" cy="4105440"/>
          </a:xfrm>
          <a:prstGeom prst="roundRect">
            <a:avLst>
              <a:gd name="adj" fmla="val 2004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79560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99684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119772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850320" y="2148840"/>
            <a:ext cx="6400440" cy="35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hapi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koka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gjarpri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kokaRe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koka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x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dx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koka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y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dy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gjarpri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add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kokaRe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1. shto koken e re para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kokaRe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equals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ushqimi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rezultati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2a. hengri -&gt; RRITET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vendosUshqim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    (nuk heq bishtin)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gjarpri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remove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gjarpri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size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2b. hiq bishtin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repaint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7772400" y="1874520"/>
            <a:ext cx="365724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Image 2" descr="preencoded.png"/>
          <p:cNvPicPr/>
          <p:nvPr/>
        </p:nvPicPr>
        <p:blipFill>
          <a:blip r:embed="rId3"/>
          <a:stretch/>
        </p:blipFill>
        <p:spPr>
          <a:xfrm>
            <a:off x="7772400" y="46908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8"/>
          <p:cNvSpPr/>
          <p:nvPr/>
        </p:nvSpPr>
        <p:spPr>
          <a:xfrm>
            <a:off x="8065080" y="4672440"/>
            <a:ext cx="336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Gjendje reale: gjarpri i rritur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594360" y="5120640"/>
            <a:ext cx="6857640" cy="822600"/>
          </a:xfrm>
          <a:prstGeom prst="roundRect">
            <a:avLst>
              <a:gd name="adj" fmla="val 8889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3" descr="preencoded.png"/>
          <p:cNvPicPr/>
          <p:nvPr/>
        </p:nvPicPr>
        <p:blipFill>
          <a:blip r:embed="rId4"/>
          <a:stretch/>
        </p:blipFill>
        <p:spPr>
          <a:xfrm>
            <a:off x="841320" y="539496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10"/>
          <p:cNvSpPr/>
          <p:nvPr/>
        </p:nvSpPr>
        <p:spPr>
          <a:xfrm>
            <a:off x="1298520" y="5193720"/>
            <a:ext cx="6034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Sekreti i gjithë lojës:  </a:t>
            </a: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lëvizja = shto një kokë të re + hiq bishtin. Nëse nuk heq bishtin (kur ha), gjarpri RRITET me një qelizë!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SHIGJETAT NDRYSHOJNË DREJTIMIN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Kontrolli me tastierë: KeyListener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914400" y="1691640"/>
            <a:ext cx="7497720" cy="3323520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111564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131688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151776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1170360" y="2148840"/>
            <a:ext cx="7040520" cy="27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addKeyListener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KeyAdapter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@Override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keyPressed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KeyEvent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getKeyCode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KeyEvent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VK_LEFT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dx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!=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dx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=-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dy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KeyEvent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VK_RIGHT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dx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!=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dx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dy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KeyEvent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VK_UP  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dy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!=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dx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dy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=-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KeyEvent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VK_DOWN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dy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!=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dx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dy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setFocusable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qe paneli te degjoje tastieren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8595360" y="1783080"/>
            <a:ext cx="29714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3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keyP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resse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3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Thirr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et sa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herë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shty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pet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një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tast.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3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getK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eyCo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de()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3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Cili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tast?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VK_L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EFT,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VK_R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IGHT.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..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3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dx != 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1 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(mbr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ojtja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3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S'lej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on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kthi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m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mbra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psht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mbi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vetv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eten.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300"/>
              </a:spcAft>
              <a:buClr>
                <a:srgbClr val="F6A63B"/>
              </a:buClr>
              <a:buFont typeface="Symbol" charset="2"/>
              <a:buChar char=""/>
            </a:pP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setF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ocus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able(</a:t>
            </a: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true)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3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Pa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të,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pane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li s'i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'dëgj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on'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taste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t!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914400" y="5120640"/>
            <a:ext cx="7497720" cy="82260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1188720" y="5193720"/>
            <a:ext cx="7040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dx, dy = drejtimi:  </a:t>
            </a: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(1,0)=djathtas, (-1,0)=majtas, (0,-1)=lart, (0,1)=poshtë. Koka e re = koka + (dx, dy).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GJENDJET E LOJËS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Fitorja te 10 ushqime </a:t>
            </a: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dhe rifillimi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594360" y="1691640"/>
            <a:ext cx="6400440" cy="4105440"/>
          </a:xfrm>
          <a:prstGeom prst="roundRect">
            <a:avLst>
              <a:gd name="adj" fmla="val 2004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4"/>
          <p:cNvSpPr/>
          <p:nvPr/>
        </p:nvSpPr>
        <p:spPr>
          <a:xfrm>
            <a:off x="79560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99684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119772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850320" y="2148840"/>
            <a:ext cx="5943240" cy="35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kokaRe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equals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ushqimi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rezultati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rezultati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&gt;=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FITORE!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fitove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koha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stop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</a:t>
            </a:r>
            <a:r>
              <a:rPr lang="en-US" sz="11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ndal Timer-in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vendosUshqim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ne keyPressed: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((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mbaroi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||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fitove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k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VK_ENTER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fillo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rifillo lojen nga e para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1" descr="preencoded.png"/>
          <p:cNvPicPr/>
          <p:nvPr/>
        </p:nvPicPr>
        <p:blipFill>
          <a:blip r:embed="rId2"/>
          <a:stretch/>
        </p:blipFill>
        <p:spPr>
          <a:xfrm>
            <a:off x="7223760" y="1874520"/>
            <a:ext cx="4297320" cy="322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Image 2" descr="preencoded.png"/>
          <p:cNvPicPr/>
          <p:nvPr/>
        </p:nvPicPr>
        <p:blipFill>
          <a:blip r:embed="rId3"/>
          <a:stretch/>
        </p:blipFill>
        <p:spPr>
          <a:xfrm>
            <a:off x="7223760" y="51710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8"/>
          <p:cNvSpPr/>
          <p:nvPr/>
        </p:nvSpPr>
        <p:spPr>
          <a:xfrm>
            <a:off x="7516440" y="515268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Gjendje reale: ekrani i fitores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594360" y="5074920"/>
            <a:ext cx="6400440" cy="868320"/>
          </a:xfrm>
          <a:prstGeom prst="roundRect">
            <a:avLst>
              <a:gd name="adj" fmla="val 8421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3" descr="preencoded.png"/>
          <p:cNvPicPr/>
          <p:nvPr/>
        </p:nvPicPr>
        <p:blipFill>
          <a:blip r:embed="rId4"/>
          <a:stretch/>
        </p:blipFill>
        <p:spPr>
          <a:xfrm>
            <a:off x="841320" y="53492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10"/>
          <p:cNvSpPr/>
          <p:nvPr/>
        </p:nvSpPr>
        <p:spPr>
          <a:xfrm>
            <a:off x="1298520" y="5148000"/>
            <a:ext cx="5577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Verifikuar </a:t>
            </a: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me simulim: 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gjarpri rritet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3→13 pas 10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ushqimeve;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te ushqimi i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10-të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fitove=true.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ENTER e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rikthen te </a:t>
            </a:r>
            <a:r>
              <a:rPr lang="en-US" sz="1250" b="0" u="none" strike="noStrike">
                <a:solidFill>
                  <a:srgbClr val="216B33"/>
                </a:solidFill>
                <a:effectLst/>
                <a:uFillTx/>
                <a:latin typeface="Calibri"/>
                <a:ea typeface="Calibri"/>
              </a:rPr>
              <a:t>fillo().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FOTOGRAFOJENI KËTË SLAJD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Fletë referimi — animacioni &amp; lojërat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4" name="Table 0"/>
          <p:cNvGraphicFramePr/>
          <p:nvPr/>
        </p:nvGraphicFramePr>
        <p:xfrm>
          <a:off x="594360" y="1645920"/>
          <a:ext cx="11018160" cy="4023000"/>
        </p:xfrm>
        <a:graphic>
          <a:graphicData uri="http://schemas.openxmlformats.org/drawingml/2006/table">
            <a:tbl>
              <a:tblPr/>
              <a:tblGrid>
                <a:gridCol w="4114800"/>
                <a:gridCol w="6903720"/>
              </a:tblGrid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Koncepti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Kodi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Krijo Timer-in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new Timer(30, e -&gt; { ... })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Nise / ndale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koha.start()  /  koha.stop()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Cikli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ndrysho gjendjen → repaint()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Kërcim (kthim)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shpejtesia = -shpejtesia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Lëviz gjarprin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gjarpri.add(0, kokaRe)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Rrit gjarprin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mos e hiq bishtin kur ha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Lexo tastierën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keyPressed + e.getKeyCode()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Dëgjo tastet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setFocusable(true)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Dy pika janë njësoj?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pika.equals(pikaTjeter)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5" name="Text 3"/>
          <p:cNvSpPr/>
          <p:nvPr/>
        </p:nvSpPr>
        <p:spPr>
          <a:xfrm>
            <a:off x="594360" y="58521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Modeli i çdo animacioni: Timer rreh → ndrysho gjendjen → repaint() → përsërit. Loja shton tastierën dhe rregullat.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-1645920" y="-1645920"/>
            <a:ext cx="5486040" cy="5486040"/>
          </a:xfrm>
          <a:prstGeom prst="ellipse">
            <a:avLst/>
          </a:prstGeom>
          <a:solidFill>
            <a:srgbClr val="E8730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9326880" y="3657600"/>
            <a:ext cx="4571640" cy="4571640"/>
          </a:xfrm>
          <a:prstGeom prst="ellipse">
            <a:avLst/>
          </a:prstGeom>
          <a:solidFill>
            <a:srgbClr val="1E3050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5367600" y="1371600"/>
            <a:ext cx="1462680" cy="146268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0" descr="preencoded.png"/>
          <p:cNvPicPr/>
          <p:nvPr/>
        </p:nvPicPr>
        <p:blipFill>
          <a:blip r:embed="rId1"/>
          <a:stretch/>
        </p:blipFill>
        <p:spPr>
          <a:xfrm>
            <a:off x="5687640" y="169164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3"/>
          <p:cNvSpPr/>
          <p:nvPr/>
        </p:nvSpPr>
        <p:spPr>
          <a:xfrm>
            <a:off x="1371600" y="3108960"/>
            <a:ext cx="944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KOHA E QUIZ-it!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1371600" y="3931920"/>
            <a:ext cx="94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4 pyetje · 8 minuta · punoni vetë në letër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1645920" y="4572000"/>
            <a:ext cx="889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Kujtoni: Timer-i rreh vazhdimisht; lëvizja = ndrysho gjendjen + repaint().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ANIMACIONI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Pyetjet 1 dhe 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59436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59436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1234440" y="171900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bën new Timer(30, ...)?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1234440" y="246888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Pret 30 sekonda, pastaj ndalon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Thërret kodin çdo 30 milisekonda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Vizaton 30 forma njëherësh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640080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640080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7040880" y="171900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bën shpejtesia = -shpejtesia?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7040880" y="2468880"/>
            <a:ext cx="4571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 ndalon lëvizjen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 dyfishon shpejtësinë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Ndryshon drejtimin (kërcim)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594360" y="4617720"/>
            <a:ext cx="11018160" cy="118836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914400" y="4709160"/>
            <a:ext cx="10423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Ndihmë:  </a:t>
            </a: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për pyetjen 2, mendoni çfarë ndodh me +4 kur i vë minus para: bëhet −4. Nga djathtas → majtas.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3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4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LOJA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Pyetjet 3 dhe 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59436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59436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1234440" y="171900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Si RRITET gjarpri kur ha ushqim?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1234440" y="246888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Shton kokë POR nuk heq bishtin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Heq bishtin dy herë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Fillon nga e para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640080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640080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7040880" y="171900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Loja s'reagon fare kur shtyp shigjetat. Çfarë harrove?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7040880" y="2468880"/>
            <a:ext cx="4571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koha.start()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setFocusable(true)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repaint()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1"/>
          <p:cNvSpPr/>
          <p:nvPr/>
        </p:nvSpPr>
        <p:spPr>
          <a:xfrm>
            <a:off x="594360" y="4617720"/>
            <a:ext cx="11018160" cy="118836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914400" y="4709160"/>
            <a:ext cx="10423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Bonus (me gojë):  </a:t>
            </a: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pse kontrollojmë 'dx != 1' para se të kthejmë majtas? Çfarë do të ndodhte pa këtë kontroll?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4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ZGJIDHJA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Përgjigjet dhe shpjegimet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594360" y="164592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"/>
          <p:cNvSpPr/>
          <p:nvPr/>
        </p:nvSpPr>
        <p:spPr>
          <a:xfrm>
            <a:off x="868680" y="185616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868680" y="18561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1645920" y="1810440"/>
            <a:ext cx="3977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Çdo 30 milisekonda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"/>
          <p:cNvSpPr/>
          <p:nvPr/>
        </p:nvSpPr>
        <p:spPr>
          <a:xfrm>
            <a:off x="5806440" y="1810440"/>
            <a:ext cx="56232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Timer-i e thërret kodin përsëri e përsëri — motori i animacionit.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8"/>
          <p:cNvSpPr/>
          <p:nvPr/>
        </p:nvSpPr>
        <p:spPr>
          <a:xfrm>
            <a:off x="594360" y="272484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868680" y="293508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0"/>
          <p:cNvSpPr/>
          <p:nvPr/>
        </p:nvSpPr>
        <p:spPr>
          <a:xfrm>
            <a:off x="868680" y="2935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1"/>
          <p:cNvSpPr/>
          <p:nvPr/>
        </p:nvSpPr>
        <p:spPr>
          <a:xfrm>
            <a:off x="1645920" y="2889360"/>
            <a:ext cx="3977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c)  Ndryshon drejtimin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5806440" y="2889360"/>
            <a:ext cx="56232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+4 bëhet −4: nga djathtas në majtas. Kështu bëhet kërcimi.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3"/>
          <p:cNvSpPr/>
          <p:nvPr/>
        </p:nvSpPr>
        <p:spPr>
          <a:xfrm>
            <a:off x="594360" y="380376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4"/>
          <p:cNvSpPr/>
          <p:nvPr/>
        </p:nvSpPr>
        <p:spPr>
          <a:xfrm>
            <a:off x="868680" y="401436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5"/>
          <p:cNvSpPr/>
          <p:nvPr/>
        </p:nvSpPr>
        <p:spPr>
          <a:xfrm>
            <a:off x="868680" y="40143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6"/>
          <p:cNvSpPr/>
          <p:nvPr/>
        </p:nvSpPr>
        <p:spPr>
          <a:xfrm>
            <a:off x="1645920" y="3968640"/>
            <a:ext cx="3977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a)  Shton kokë, s'heq bishtin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5806440" y="3968640"/>
            <a:ext cx="56232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Lëvizja normale heq bishtin; kur ha, nuk e heq → rritet me një qelizë.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8"/>
          <p:cNvSpPr/>
          <p:nvPr/>
        </p:nvSpPr>
        <p:spPr>
          <a:xfrm>
            <a:off x="594360" y="488304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9"/>
          <p:cNvSpPr/>
          <p:nvPr/>
        </p:nvSpPr>
        <p:spPr>
          <a:xfrm>
            <a:off x="868680" y="509328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0"/>
          <p:cNvSpPr/>
          <p:nvPr/>
        </p:nvSpPr>
        <p:spPr>
          <a:xfrm>
            <a:off x="868680" y="5093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1645920" y="5047560"/>
            <a:ext cx="3977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setFocusable(true)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2"/>
          <p:cNvSpPr/>
          <p:nvPr/>
        </p:nvSpPr>
        <p:spPr>
          <a:xfrm>
            <a:off x="5806440" y="5047560"/>
            <a:ext cx="56232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Pa të, paneli s'merr ngjarjet e tastierës — shigjetat injorohen.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3"/>
          <p:cNvSpPr/>
          <p:nvPr/>
        </p:nvSpPr>
        <p:spPr>
          <a:xfrm>
            <a:off x="594360" y="60350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3–4 saktë: gati për të ndërtuar lojëra! · 2 saktë: rishikoni slajdet 4 dhe 9 · 0–1: konsultime.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5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-1371600" y="3840480"/>
            <a:ext cx="4571640" cy="4571640"/>
          </a:xfrm>
          <a:prstGeom prst="ellipse">
            <a:avLst/>
          </a:prstGeom>
          <a:solidFill>
            <a:srgbClr val="E8730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"/>
          <p:cNvSpPr/>
          <p:nvPr/>
        </p:nvSpPr>
        <p:spPr>
          <a:xfrm>
            <a:off x="685800" y="54864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0" descr="preencoded.png"/>
          <p:cNvPicPr/>
          <p:nvPr/>
        </p:nvPicPr>
        <p:blipFill>
          <a:blip r:embed="rId1"/>
          <a:stretch/>
        </p:blipFill>
        <p:spPr>
          <a:xfrm>
            <a:off x="831960" y="694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2"/>
          <p:cNvSpPr/>
          <p:nvPr/>
        </p:nvSpPr>
        <p:spPr>
          <a:xfrm>
            <a:off x="1508760" y="548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PËRMBLEDHJE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1508760" y="7956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Çfarë mësuam sot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68580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5"/>
          <p:cNvSpPr/>
          <p:nvPr/>
        </p:nvSpPr>
        <p:spPr>
          <a:xfrm>
            <a:off x="96012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2" name="Image 1" descr="preencoded.png"/>
          <p:cNvPicPr/>
          <p:nvPr/>
        </p:nvPicPr>
        <p:blipFill>
          <a:blip r:embed="rId2"/>
          <a:stretch/>
        </p:blipFill>
        <p:spPr>
          <a:xfrm>
            <a:off x="110628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 6"/>
          <p:cNvSpPr/>
          <p:nvPr/>
        </p:nvSpPr>
        <p:spPr>
          <a:xfrm>
            <a:off x="173736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Animacioni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96012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Rivizatim i shpejtë = iluzion lëvizjeje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438912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466344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Image 2" descr="preencoded.png"/>
          <p:cNvPicPr/>
          <p:nvPr/>
        </p:nvPicPr>
        <p:blipFill>
          <a:blip r:embed="rId3"/>
          <a:stretch/>
        </p:blipFill>
        <p:spPr>
          <a:xfrm>
            <a:off x="480960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10"/>
          <p:cNvSpPr/>
          <p:nvPr/>
        </p:nvSpPr>
        <p:spPr>
          <a:xfrm>
            <a:off x="544068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Timer-i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466344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new Timer(ms, e -&gt; {...}) — motori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2"/>
          <p:cNvSpPr/>
          <p:nvPr/>
        </p:nvSpPr>
        <p:spPr>
          <a:xfrm>
            <a:off x="809244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3"/>
          <p:cNvSpPr/>
          <p:nvPr/>
        </p:nvSpPr>
        <p:spPr>
          <a:xfrm>
            <a:off x="836676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3" descr="preencoded.png"/>
          <p:cNvPicPr/>
          <p:nvPr/>
        </p:nvPicPr>
        <p:blipFill>
          <a:blip r:embed="rId4"/>
          <a:stretch/>
        </p:blipFill>
        <p:spPr>
          <a:xfrm>
            <a:off x="851292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14"/>
          <p:cNvSpPr/>
          <p:nvPr/>
        </p:nvSpPr>
        <p:spPr>
          <a:xfrm>
            <a:off x="914400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Lëvizje &amp; kërcim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5"/>
          <p:cNvSpPr/>
          <p:nvPr/>
        </p:nvSpPr>
        <p:spPr>
          <a:xfrm>
            <a:off x="836676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x += v; kthim me −v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6"/>
          <p:cNvSpPr/>
          <p:nvPr/>
        </p:nvSpPr>
        <p:spPr>
          <a:xfrm>
            <a:off x="68580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7"/>
          <p:cNvSpPr/>
          <p:nvPr/>
        </p:nvSpPr>
        <p:spPr>
          <a:xfrm>
            <a:off x="96012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Image 4" descr="preencoded.png"/>
          <p:cNvPicPr/>
          <p:nvPr/>
        </p:nvPicPr>
        <p:blipFill>
          <a:blip r:embed="rId5"/>
          <a:stretch/>
        </p:blipFill>
        <p:spPr>
          <a:xfrm>
            <a:off x="110628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 18"/>
          <p:cNvSpPr/>
          <p:nvPr/>
        </p:nvSpPr>
        <p:spPr>
          <a:xfrm>
            <a:off x="173736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Loja e gjarprit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9"/>
          <p:cNvSpPr/>
          <p:nvPr/>
        </p:nvSpPr>
        <p:spPr>
          <a:xfrm>
            <a:off x="96012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ArrayList + Timer + tastierë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0"/>
          <p:cNvSpPr/>
          <p:nvPr/>
        </p:nvSpPr>
        <p:spPr>
          <a:xfrm>
            <a:off x="438912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1"/>
          <p:cNvSpPr/>
          <p:nvPr/>
        </p:nvSpPr>
        <p:spPr>
          <a:xfrm>
            <a:off x="466344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5" descr="preencoded.png"/>
          <p:cNvPicPr/>
          <p:nvPr/>
        </p:nvPicPr>
        <p:blipFill>
          <a:blip r:embed="rId6"/>
          <a:stretch/>
        </p:blipFill>
        <p:spPr>
          <a:xfrm>
            <a:off x="480960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22"/>
          <p:cNvSpPr/>
          <p:nvPr/>
        </p:nvSpPr>
        <p:spPr>
          <a:xfrm>
            <a:off x="544068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Truku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3"/>
          <p:cNvSpPr/>
          <p:nvPr/>
        </p:nvSpPr>
        <p:spPr>
          <a:xfrm>
            <a:off x="466344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Shto kokë, hiq bisht (ose jo → rritet)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4"/>
          <p:cNvSpPr/>
          <p:nvPr/>
        </p:nvSpPr>
        <p:spPr>
          <a:xfrm>
            <a:off x="809244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5"/>
          <p:cNvSpPr/>
          <p:nvPr/>
        </p:nvSpPr>
        <p:spPr>
          <a:xfrm>
            <a:off x="836676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 6" descr="preencoded.png"/>
          <p:cNvPicPr/>
          <p:nvPr/>
        </p:nvPicPr>
        <p:blipFill>
          <a:blip r:embed="rId7"/>
          <a:stretch/>
        </p:blipFill>
        <p:spPr>
          <a:xfrm>
            <a:off x="851292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26"/>
          <p:cNvSpPr/>
          <p:nvPr/>
        </p:nvSpPr>
        <p:spPr>
          <a:xfrm>
            <a:off x="914400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Fitorja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7"/>
          <p:cNvSpPr/>
          <p:nvPr/>
        </p:nvSpPr>
        <p:spPr>
          <a:xfrm>
            <a:off x="836676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10 ushqime → fito → ENTER rifillon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8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PRAKTIKA E JAVËS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Detyra për shtëpi — dorëzim me Git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594360" y="153612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868680" y="170064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868680" y="170064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1600200" y="164592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Topi kërcyes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4800600" y="1645920"/>
            <a:ext cx="6629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Një rreth që kërcen në TË DYJA drejtimet (x dhe y). Kur prek çdo mur, kthehet — si një top ping-pongu.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594360" y="249624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9"/>
          <p:cNvSpPr/>
          <p:nvPr/>
        </p:nvSpPr>
        <p:spPr>
          <a:xfrm>
            <a:off x="868680" y="266076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868680" y="26607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1600200" y="260604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Ndrysho gjarprin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4800600" y="2606040"/>
            <a:ext cx="6629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Merr lojën e gjarprit dhe ndryshoje: ngjyra tjetër, shpejtësi tjetër, ose fito te 15 ushqime në vend të 10.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3"/>
          <p:cNvSpPr/>
          <p:nvPr/>
        </p:nvSpPr>
        <p:spPr>
          <a:xfrm>
            <a:off x="594360" y="345636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4"/>
          <p:cNvSpPr/>
          <p:nvPr/>
        </p:nvSpPr>
        <p:spPr>
          <a:xfrm>
            <a:off x="868680" y="362088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868680" y="36208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6"/>
          <p:cNvSpPr/>
          <p:nvPr/>
        </p:nvSpPr>
        <p:spPr>
          <a:xfrm>
            <a:off x="1600200" y="356616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Rezultati më i lartë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4800600" y="3566160"/>
            <a:ext cx="6629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Shto te loja ruajtjen e rezultatit më të mirë në një skedar (L12). Në nisje, lexo dhe shfaqe 'Rekordi: N'.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8"/>
          <p:cNvSpPr/>
          <p:nvPr/>
        </p:nvSpPr>
        <p:spPr>
          <a:xfrm>
            <a:off x="594360" y="441648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9"/>
          <p:cNvSpPr/>
          <p:nvPr/>
        </p:nvSpPr>
        <p:spPr>
          <a:xfrm>
            <a:off x="868680" y="458100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0"/>
          <p:cNvSpPr/>
          <p:nvPr/>
        </p:nvSpPr>
        <p:spPr>
          <a:xfrm>
            <a:off x="868680" y="4581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1"/>
          <p:cNvSpPr/>
          <p:nvPr/>
        </p:nvSpPr>
        <p:spPr>
          <a:xfrm>
            <a:off x="1600200" y="452628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Sfidë: pengesa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2"/>
          <p:cNvSpPr/>
          <p:nvPr/>
        </p:nvSpPr>
        <p:spPr>
          <a:xfrm>
            <a:off x="4800600" y="4526280"/>
            <a:ext cx="6629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Shto disa 'gurë' (drejtkëndësha) në tabelë. Nëse gjarpri i prek, loja mbaron — si prekja e murit.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3"/>
          <p:cNvSpPr/>
          <p:nvPr/>
        </p:nvSpPr>
        <p:spPr>
          <a:xfrm>
            <a:off x="594360" y="5596200"/>
            <a:ext cx="11018160" cy="54828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4"/>
          <p:cNvSpPr/>
          <p:nvPr/>
        </p:nvSpPr>
        <p:spPr>
          <a:xfrm>
            <a:off x="914400" y="55962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Dorëzimi: 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repo me 4 commit-e + link + një pamje/video e lojës suaj. Detyra 3 bashkon lojën me skedarët (L12)!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6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LibreOffice/26.2.2.2$Linux_X86_64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2026-09-11T12:35:53Z</dcterms:created>
  <dc:creator>Kreni</dc:creator>
  <dc:description/>
  <dc:language>en-US</dc:language>
  <cp:lastModifiedBy/>
  <dcterms:modified xsi:type="dcterms:W3CDTF">2026-09-11T14:37:55Z</dcterms:modified>
  <cp:revision>2</cp:revision>
  <dc:subject>PptxGenJS Presentation</dc:subject>
  <dc:title>Java — Leksioni 14: Animacioni dhe loja e gjarprit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