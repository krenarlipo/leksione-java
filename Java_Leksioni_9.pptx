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Leksioni i premtuar dy herë (L6 dhe L7): magjia e Person[] merr emrin — polimorfizëm — dhe teorinë. Pjesa e dytë: klasat abstrakte, hapi i natyrshëm pasues. TË GJITHA shembujt e sotëm janë kompiluar dhe ekzekutuar — daljet dhe gabimet në slajde janë reale, fjalë për fjalë.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Çdo shembull i sotëm është program i plotë, i kompiluar dhe i ekzekutuar — edhe gabimet e treguara janë mesazhe reale të javac. Kontrolli i detyrave sot përfshin edhe Git: kush e ngarkoi repo-n në GitHub?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Kontrolli i detyrave ka dy pjesë sot: Java (familja Kafshë e L6-L7) dhe Git (repo-ja e L8 — kërkoni 2-3 studentë të tregojnë git log të tyren live). Maksimumi 5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Fjala e ditës: polimorfizëm = 'shumë forma' (greqisht). Rreshti kyç: referenca Person, objekti Studenti. Dhe dalja? JAM STUDENT — objekti fiton, jo referenca! Ky është fakti qendror që provohet në slajdin tjetër me tre forma njëherësh. Kodi është ekzekutuar — dalja është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Emri teknik: dispatch dinamik — vendimi merret NË EKZEKUTIM sipas objektit real, jo në kompilim sipas referencës. Rreshti njerzit[i].prezantohu() është identik në çdo përsëritje, por dalja ndryshon. Vëreni edhe rastin e tretë: Person i pastër thërret versionin bazë. Kodi + dalja: të verifikuara me ekzekutim.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tjetër e medaljes: objekti ËSHTË Studenti, por syzet Person shohin vetëm çfarë ka Person-i — meso() është e padukshme. Gabimi në slajd është i kopjuar fjalë për fjalë nga javac. Rregulli i dy pyetjeve është ari i leksionit — do të rikthehet në quiz dhe në provim.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e syzeve vazhdon: casting = vendos syze të reja mbi TË NJËJTIN objekt. Mbajeni të lehtë — për fillestarët mjafton modeli 3-hapësh: pyet, konverto, përdor. Java moderne ka edhe 'pattern matching' (if (p instanceof Studenti s)) — përmendeni si kuriozitet vetëm nëse pyesin.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Klasat Person/Studenti/Pedagogu janë ato të slajdit 5. Ky slajd i përgjigjet pyetjes 'pse na duhet gjithë kjo?': kodi i shkruar një herë (printoKarten) u shërben klasave që s'ekzistojnë ende. Kjo është baza e gjithë bibliotekave të Java-s — ArrayList&lt;Person&gt; punon me çdo fëmijë tuajin pikërisht kështu.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Motivimi me dy dhimbje reale para sintaksës, si gjithmonë. Pyetje për klasën: 'çfarë zëri bën një Kafshë e përgjithshme?' — heshtja e tyre ËSHTË argumenti. Abstract i zgjidh të dyja: s'instancohet + detyron fëmijët.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Përzierja është pika kyçe: abstraktja NUK është klasë 'bosh' — ka fusha, konstruktor, metoda të plota. Vetëm ato pa kuptim konkret (beZe) lihen abstrakte. Analogji: kontrata e qirasë ka nene të plotësuara dhe vende bosh për firmë — firma është detyrimi i fëmijës.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Klasa Kafsha është ajo e slajdit 10 — bashkë japin programin e plotë të ekzekutuar. Tri gjëra për të treguar në dalje: beZe() vjen nga Qeni (kontrata), fli() vjen gati nga Kafsha (trashëgimia), dhe referenca është e tipit abstrakt (polimorfizmi). Të tre konceptet e ditës në 5 rreshta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Të dy mesazhet janë kopjuar fjalë për fjalë nga kompajleri — studentët do t'i njohin kur t'u dalin. Gabimi B ka zgjidhje të dyfishtë: ose shkruaj beZe() te Macja, ose shpalle Macja-n abstract (rrallë e dëshiruar). Kompajleri si gjithmonë është roja e kontratës.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Programi i plotë (i ekzekutuar — dalja poshtë është reale). Pikat: (1) Figura[] mban forma të përziera; (2) cikli s'e di kush është kush — secila llogarit sipas formulës SË VET; (3) shto nesër Trekendeshi-n: main-i S'PREKET — kjo është detyra 1 e shtëpisë! Ky shembull është klasiku botëror i OOP — do ta gjejnë në çdo libër.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= fleta e referimit; thuajuni ta fotografojnë. Rreshtat 4-5 janë çifti më i rëndësishëm: new i abstraktes ndalohet, referenca abstrakte lejohet — studentët i ngatërrojnë shpesh. Bar-i i Git-it mbyll ciklin e L8: nga sot dorëzimi është vetëm me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njohur. Dy pyetje polimorfizëm, dy pyetje abstract. Të katër kodet e quiz-it janë testuar me kompajler — përgjigjet janë të sakta me siguri.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objekti vendos — printon Student, përgjigja b. Q2: referenca Person s'e njeh meso() — gabim kompilimi, përgjigja b. Çifti i pyetjeve = rregulli i dy pyetjeve i slajdit 6, nga një anë secila.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përgjigja b — abstraktja është klasë e plotë me vetëm disa vende bosh (slajdi 10). Q4: referenca abstrakte + objekti konkret = lejohet; 3*4 = 12.0 — përgjigja a. Kush zgjodhi b te Q4, ka ngatërruar 'new mbi abstrakten' me 'referencë abstrakte'.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Q1+Q2 bashkë testojnë rregullin e dy pyetjeve nga të dyja anët — nëse klasa i zgjidhi të dyja, ora e parë u ul. Q4 është ndarësi për abstract: referenca abstrakte lejohet, new 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Fjalitë për t'u marrë me vete: 'referenca vendos ÇFARË, objekti vendos CILIN' dhe 'abstraktja s'instancohet, por referenca e saj është thelbi i polimorfizmit'. Java tjetër: interfejsat — kontrata të pastra pa asnjë trup, hapi i fundit i trekëndëshit 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 është prova e artë e ditës: nëse main-i mbetet i paprekur, e kanë kuptuar polimorfizmin. Detyra 4 kombinon L5+L6+L9. Dorëzimi me Git mbyll ciklin e L8 — kontrolloni git log-un e tyre, jo vetëm kodin: 4 commit-e me mesazhe të qarta janë pjesë e notës.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9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4592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Polimorfizmi dhe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klasat abstrakte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1272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Magjia e Person[] merr më në fund emrin dhe teorinë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3703320"/>
            <a:ext cx="6309360" cy="978408"/>
          </a:xfrm>
          <a:prstGeom prst="roundRect">
            <a:avLst>
              <a:gd name="adj" fmla="val 84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2416" y="38862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38862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8862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160520"/>
            <a:ext cx="5852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"Jam student!"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" y="52578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&amp; detyrat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L6–L8 · repo-t e para në Git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Polimorfizmi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 dhe prova me kod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Referenca vs objekti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lejohet + instanceof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Përfitimi praktik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metodë për të gjithë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Klasat abstrakte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kontrata, Figura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5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— trekëndëshi i temave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Trashëgimia (L6)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9" name="Text 6"/>
          <p:cNvSpPr/>
          <p:nvPr/>
        </p:nvSpPr>
        <p:spPr>
          <a:xfrm>
            <a:off x="103327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Studenti extends Person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merr gjithçka; @Override e bën të flasë ndryshe.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(L7)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49224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super(emri);  super.prezantohu();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dhe metodat e prindit — themeli para katit.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Person[] (L6–L7)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6868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3327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njerzit[i].prezantohu();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 i prindit mban gjithë familjen — secili flet me zërin e vet.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(L8)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49224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24" name="Text 21"/>
          <p:cNvSpPr/>
          <p:nvPr/>
        </p:nvSpPr>
        <p:spPr>
          <a:xfrm>
            <a:off x="665683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&amp;&amp; git push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sot detyrat dorëzohen si repo — kontrollojmë linket!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 magjia e kutisë së tretë merr emrin e saj të vërtetë: POLIMORFIZËM.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POLIMORFIZËM = SHUMË FORMA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Rreshti që ndryshon gjithçka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621792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94560"/>
            <a:ext cx="576072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nje person."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student!"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1737360"/>
            <a:ext cx="443484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7920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58037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78154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7434072" y="2194560"/>
            <a:ext cx="39776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referenca: Person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objekti:   Studenti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78040" y="4434840"/>
            <a:ext cx="4434840" cy="1005840"/>
          </a:xfrm>
          <a:prstGeom prst="roundRect">
            <a:avLst>
              <a:gd name="adj" fmla="val 8182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61772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836408" y="461772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452360" y="5038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94360" y="5504688"/>
            <a:ext cx="11018520" cy="658368"/>
          </a:xfrm>
          <a:prstGeom prst="roundRect">
            <a:avLst>
              <a:gd name="adj" fmla="val 11111"/>
            </a:avLst>
          </a:prstGeom>
          <a:solidFill>
            <a:srgbClr val="FBEDD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66013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5541264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p = new Studenti() 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referenca e prindit mban objektin e fëmijës. Kjo LEJOHET, sepse Studenti ËSHTË Person (testi i L6).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DISPATCH-I DINAMIK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objekti vendos, jo referenca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30936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8521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njerzit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43800" y="1463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e re (Person &amp; Studenti si në slajdin 4):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1783080"/>
            <a:ext cx="406908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44968" y="19659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1"/>
          <p:cNvSpPr/>
          <p:nvPr/>
        </p:nvSpPr>
        <p:spPr>
          <a:xfrm>
            <a:off x="7946136" y="19659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8147304" y="19659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7799832" y="2240280"/>
            <a:ext cx="36118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pedagog!"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3931920"/>
            <a:ext cx="4069080" cy="1783080"/>
          </a:xfrm>
          <a:prstGeom prst="roundRect">
            <a:avLst>
              <a:gd name="adj" fmla="val 461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1148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02168" y="411480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818120" y="453542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pedagog!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nje person.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914400" y="5413248"/>
            <a:ext cx="6309360" cy="731520"/>
          </a:xfrm>
          <a:prstGeom prst="roundRect">
            <a:avLst>
              <a:gd name="adj" fmla="val 10000"/>
            </a:avLst>
          </a:prstGeom>
          <a:solidFill>
            <a:srgbClr val="1E3050"/>
          </a:solidFill>
          <a:ln/>
        </p:spPr>
      </p:sp>
      <p:sp>
        <p:nvSpPr>
          <p:cNvPr id="22" name="Text 18"/>
          <p:cNvSpPr/>
          <p:nvPr/>
        </p:nvSpPr>
        <p:spPr>
          <a:xfrm>
            <a:off x="1188720" y="5468112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njëjta thirrje, tri dalje!  </a:t>
            </a:r>
            <a:pPr indent="0" marL="0"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pyet OBJEKTIN në ekzekutim: "ti kush je?" — dhe thërret versionin e tij.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KUFIRI I SYZEVE PERSON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referenca vendos ÇFARË mund të thirret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12648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66928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???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person."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 mesoj!"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49440" y="1645920"/>
            <a:ext cx="4663440" cy="2148840"/>
          </a:xfrm>
          <a:prstGeom prst="roundRect">
            <a:avLst>
              <a:gd name="adj" fmla="val 3830"/>
            </a:avLst>
          </a:prstGeom>
          <a:solidFill>
            <a:srgbClr val="FBEAE7"/>
          </a:solidFill>
          <a:ln w="15875">
            <a:solidFill>
              <a:srgbClr val="E8A99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28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07808" y="1828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REAL i javac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05472" y="2231136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Main.java:5: error: cannot find symbol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p.meso();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^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symbol:   method meso()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variable p of type Person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49440" y="3977640"/>
            <a:ext cx="4663440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205472" y="4142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Rregulli i dy pyetjeve: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05472" y="4553712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mund të thirret? → vendos REFERENCA (në kompilim). Person s'e njeh meso().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version ekzekutohet? → vendos OBJEKTI (në ekzekutim). Slajdi 5.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DUHEN EKSTRAT E FËMIJËS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dhe casting — syzet e reja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67512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217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pyet: a je Studenti?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casting - syzet e reja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tani lejohet!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41832" y="4892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dhe Studenti — të njëjtat klasa si në slajdin 6.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09560" y="1691640"/>
            <a:ext cx="3703320" cy="1234440"/>
          </a:xfrm>
          <a:prstGeom prst="roundRect">
            <a:avLst>
              <a:gd name="adj" fmla="val 6667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8745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67928" y="18745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83880" y="22951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 mesoj!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09560" y="310896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1E3050"/>
          </a:solidFill>
          <a:ln/>
        </p:spPr>
      </p:sp>
      <p:sp>
        <p:nvSpPr>
          <p:cNvPr id="17" name="Text 13"/>
          <p:cNvSpPr/>
          <p:nvPr/>
        </p:nvSpPr>
        <p:spPr>
          <a:xfrm>
            <a:off x="8156448" y="3291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veglat: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56448" y="3675888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instanceof Studenti — pyetje boolean: "a është objekti vërtet i këtij tipi?"</a:t>
            </a:r>
            <a:endParaRPr lang="en-US" sz="1250" dirty="0"/>
          </a:p>
          <a:p>
            <a:pPr marL="177800" indent="-1778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(Studenti) p — konvertimi i referencës; objekti NUK ndryshon, vetëm syzet.</a:t>
            </a:r>
            <a:endParaRPr lang="en-US" sz="1250" dirty="0"/>
          </a:p>
          <a:p>
            <a:pPr marL="177800" indent="-1778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 sigurie: GJITHMONË instanceof para casting-ut.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914400" y="534924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1E3050"/>
          </a:solidFill>
          <a:ln/>
        </p:spPr>
      </p:sp>
      <p:sp>
        <p:nvSpPr>
          <p:cNvPr id="20" name="Text 16"/>
          <p:cNvSpPr/>
          <p:nvPr/>
        </p:nvSpPr>
        <p:spPr>
          <a:xfrm>
            <a:off x="1188720" y="5413248"/>
            <a:ext cx="6217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instanceof?  </a:t>
            </a:r>
            <a:pPr indent="0" marL="0"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objekti s'është vërtet Studenti, casting-u hedh ClassCastException në ekzekutim.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GJITHË KJO TEORI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Përfitimi praktik: një metodë për të gjithë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67512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21792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printoKarten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NJE metode...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 KARTA ---"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printoKarten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...per te gjithe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printoKarten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Pedagogu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1691640"/>
            <a:ext cx="3703320" cy="1965960"/>
          </a:xfrm>
          <a:prstGeom prst="roundRect">
            <a:avLst>
              <a:gd name="adj" fmla="val 4186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874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67928" y="18745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183880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KARTA 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student!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KARTA 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pedagog!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09560" y="3840480"/>
            <a:ext cx="3703320" cy="2011680"/>
          </a:xfrm>
          <a:prstGeom prst="roundRect">
            <a:avLst>
              <a:gd name="adj" fmla="val 4545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156448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Fuqia e vërtetë: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156448" y="440740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 Person p pranon ÇDO fëmijë — të sotëm dhe të ardhshëm.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nesër klasën Doktoranti — printoKarten s'preket asnjë presje!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14400" y="512064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1E3050"/>
          </a:solidFill>
          <a:ln/>
        </p:spPr>
      </p:sp>
      <p:sp>
        <p:nvSpPr>
          <p:cNvPr id="19" name="Text 15"/>
          <p:cNvSpPr/>
          <p:nvPr/>
        </p:nvSpPr>
        <p:spPr>
          <a:xfrm>
            <a:off x="1188720" y="519379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Kjo është arsyeja pse ekziston trashëgimia:  </a:t>
            </a:r>
            <a:pPr indent="0" marL="0"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që punon me prindin punon automatikisht me gjithë familjen — përgjithmonë.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DREJT KLASAVE ABSTRAKTE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i ri: klasa prind pa kuptim konkret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Diçka nuk shkon me këtë kod: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938528"/>
            <a:ext cx="594360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95728"/>
            <a:ext cx="548640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cfare te shkruajme ketu???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qeni leh, macja mjaullin,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lopa pellet...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c'kafshe eshte kjo?!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12280" y="178308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1: trupi i beZe() te prindi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kafshë bën zë TJETËR — s'ka version "të përgjithshëm" të saktë. Trupi bosh është gënjeshtër.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2: objekti Kafsha "e përgjithshme"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realitet s'ekziston kafshë që s'është asgjë konkrete — new Kafsha() s'duhet të lejohej fare.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02920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BEDD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492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5120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— fjala abstract: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shpallet "koncept, jo send konkret": ndalohet new mbi të, dhe metodat pa kuptim konkret lihen PA trup — si detyrim për fëmijët.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PJESËT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e klasës abstrakte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309360" cy="3584448"/>
          </a:xfrm>
          <a:prstGeom prst="roundRect">
            <a:avLst>
              <a:gd name="adj" fmla="val 229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8521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KA konstruktor!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abstrakte - PA trup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metode NORMALE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po fle... zzz"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43800" y="16916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1E3050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0" y="1874520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366760" y="1837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Fusha &amp; konstruktori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66760" y="21671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çdo klasë — fëmijët e thërrasin me super(emri). Abstraktja mban gjendjen e përbashkët.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43800" y="31089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1E3050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3291840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366760" y="32552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abstrakte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366760" y="358444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Vetëm firma dhe ';' — asnjë trup. Është KONTRATË: çdo fëmijë konkret DUHET ta plotësojë.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43800" y="452628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1E3050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0" y="4709160"/>
            <a:ext cx="457200" cy="45720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366760" y="4672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normale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366760" y="500176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trup të plotë — trashëgohet gati nga të gjithë fëmijët, si te trashëgimia e zakonshme.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14400" y="5440680"/>
            <a:ext cx="6309360" cy="713232"/>
          </a:xfrm>
          <a:prstGeom prst="roundRect">
            <a:avLst>
              <a:gd name="adj" fmla="val 10256"/>
            </a:avLst>
          </a:prstGeom>
          <a:solidFill>
            <a:srgbClr val="1E3050"/>
          </a:solidFill>
          <a:ln/>
        </p:spPr>
      </p:sp>
      <p:sp>
        <p:nvSpPr>
          <p:cNvPr id="27" name="Text 24"/>
          <p:cNvSpPr/>
          <p:nvPr/>
        </p:nvSpPr>
        <p:spPr>
          <a:xfrm>
            <a:off x="1188720" y="5486400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 </a:t>
            </a:r>
            <a:pPr indent="0" marL="0"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class = "kjo është koncept, jo send"; para metodës = "trupin e shkruajnë fëmijët".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 NË PUNË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konkret plotëson kontratën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30936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5852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Qeni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Qeni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konstruktori i abstraktes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DETYRIMI u mbajt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Ham ham!"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1691640"/>
            <a:ext cx="4206240" cy="2281428"/>
          </a:xfrm>
          <a:prstGeom prst="roundRect">
            <a:avLst>
              <a:gd name="adj" fmla="val 360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0780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80897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801014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7662672" y="2148840"/>
            <a:ext cx="3749040" cy="173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Qeni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"Rex"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411480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29768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65008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 (e testuar)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80960" y="471830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Rex: Ham ham!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Rex po fle... zzz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14400" y="48920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1E3050"/>
          </a:solidFill>
          <a:ln/>
        </p:spPr>
      </p:sp>
      <p:sp>
        <p:nvSpPr>
          <p:cNvPr id="21" name="Text 17"/>
          <p:cNvSpPr/>
          <p:nvPr/>
        </p:nvSpPr>
        <p:spPr>
          <a:xfrm>
            <a:off x="1188720" y="4983480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 re referencën: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Kafsha k = new Qeni(...) LEJOHET — vetëm new Kafsha ndalohet. Referenca abstrakte + objekti konkret = polimorfizmi i orës së parë!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DYJA TË RIPRODHUARA ME JAVAC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gabimet që do t'i takoni vetë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new mbi klasën abstrakte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938528"/>
            <a:ext cx="5394960" cy="717804"/>
          </a:xfrm>
          <a:prstGeom prst="roundRect">
            <a:avLst>
              <a:gd name="adj" fmla="val 1146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95728"/>
            <a:ext cx="49377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 emer"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288036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BEAE7"/>
          </a:solidFill>
          <a:ln w="15875">
            <a:solidFill>
              <a:srgbClr val="E8A99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32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52728" y="30632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REAL i javac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50392" y="34655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Main.java:3: error: Kafsha is abstract;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be instantiated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Kafsha k = new Kafsha("Pa emer");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Fëmija "harron" kontratën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0" y="1938528"/>
            <a:ext cx="5166360" cy="978408"/>
          </a:xfrm>
          <a:prstGeom prst="roundRect">
            <a:avLst>
              <a:gd name="adj" fmla="val 8411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0196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5"/>
          <p:cNvSpPr/>
          <p:nvPr/>
        </p:nvSpPr>
        <p:spPr>
          <a:xfrm>
            <a:off x="680313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430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7"/>
          <p:cNvSpPr/>
          <p:nvPr/>
        </p:nvSpPr>
        <p:spPr>
          <a:xfrm>
            <a:off x="6656832" y="2395728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Macja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Kafsha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 beZe()!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3127248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BEAE7"/>
          </a:solidFill>
          <a:ln w="15875">
            <a:solidFill>
              <a:srgbClr val="E8A99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31012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59168" y="331012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REAL i javac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656832" y="3712464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Main.java:11: error: Macja is not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and does not override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method beZe() in Kafsha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Macja extends Kafsha {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94360" y="5120640"/>
            <a:ext cx="11018520" cy="1005840"/>
          </a:xfrm>
          <a:prstGeom prst="roundRect">
            <a:avLst>
              <a:gd name="adj" fmla="val 8182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914400" y="519379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rregullat e forta: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klasa abstrakte NUK instancohet kurrë me new;  (2) fëmija konkret DUHET t'i mbishkruajë të gjitha metodat abstrakte — ose të shpallet vetë abstract dhe t'ia lërë detyrimin fëmijëve të tij.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ABSTRAKT + POLIMORFIZËM BASHKË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Kulmi: figura gjeometrike — kodi që s'vjetërohet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85800" y="1554480"/>
            <a:ext cx="640080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8696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08813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28930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941832" y="2011680"/>
            <a:ext cx="594360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Rrethi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rrezja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Rrethi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rrezja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rrezja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rrezja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Drejtkendeshi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Drejtkendeshi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60920" y="1554480"/>
            <a:ext cx="4251960" cy="4366260"/>
          </a:xfrm>
          <a:prstGeom prst="roundRect">
            <a:avLst>
              <a:gd name="adj" fmla="val 193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6208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776325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96442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7616952" y="2011680"/>
            <a:ext cx="379476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Rrethi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Drejtkendeshi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Rrethi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"Figura "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"Totali: "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totali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5800" y="6053328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181344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6053328"/>
            <a:ext cx="9646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reale:  </a:t>
            </a:r>
            <a:pPr indent="0" marL="0">
              <a:buNone/>
            </a:pPr>
            <a:r>
              <a:rPr lang="en-US" sz="120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 0: 12.56636   ·   Figura 1: 12.0   ·   Figura 2: 3.14159   ·   Totali: 27.70795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FLETË REFERIMI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Rregullat e klasave abstrakte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10185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122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Pyetja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Përgjigjja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ka fusha dhe konstruktorë?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— si çdo klasë; fëmijët i thërrasin me super(...)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ka metoda normale me trup?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— trashëgohen të gatshme (fli)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Ç'është metoda abstrakte?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Vetëm firma + ';' — kontratë që fëmijët duhet ta plotësojnë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lejohet new Kafsha(...)?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JO, kurrë — instancohen vetëm fëmijët konkretë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Kafsha k = new Qeni(...)?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— referenca abstrakte është thelbi i polimorfizmit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Nëse fëmija s'e mbishkruan?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Gabim kompilimi — ose mbishkruan, ose bëhet vetë abstract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5166360"/>
            <a:ext cx="11018520" cy="777240"/>
          </a:xfrm>
          <a:prstGeom prst="roundRect">
            <a:avLst>
              <a:gd name="adj" fmla="val 941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7667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53312" y="523036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 i detyrave nga sot: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 me nga një commit për detyrë (mesazhe të qarta!) + linku i GitHub-it në email/platformë.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4572000"/>
            <a:ext cx="8531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 rregullin e dy pyetjeve: referenca vendos ÇFARË, objekti vendos CILIN.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POLIMORFIZMI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ky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"Person"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5486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ndodh me këtë kod?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"Meso!"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meso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5257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printon Meso!    </a:t>
            </a:r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kompilimi    </a:t>
            </a:r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3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asgje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KLASAT ABSTRAKTE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190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pohim është i SAKTË për klasat abstrakte?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37744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 mund të kenë konstruktor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 të kenë fusha, konstruktorë dhe metoda normale me trup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metodë e tyre duhet të jetë abstrakte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rreshti i fundit?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2286000"/>
            <a:ext cx="516636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6656832" y="2743200"/>
            <a:ext cx="470916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Drejtkendeshi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Figura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Drejtkendeshi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siperfaqja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9224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12.0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Student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23560" y="1810512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 vendos CILIN version — dispatch-i dinamik gjen mbishkrimin e Studentit.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gabim kompilimi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23560" y="2889504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Referenca vendos ÇFARË thirret — Person s'e njeh meso(), pavarësisht objektit.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fusha + konstruktorë + metoda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623560" y="3968496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Abstraktja është klasë e plotë me disa vende bosh — jo klasë bosh.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12.0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623560" y="5047488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Referenca abstrakte lejohet; objekti Drejtkendeshi llogarit 3 * 4 = 12.0.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polimorfistë të vërtetë! · 2 saktë: rishikoni slajdet 6 dhe 11 · 0–1: ejani në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Polimorfizmi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p = new Studenti() — një referencë, shumë forma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dinamik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Objekti vendos CILIN version — në ekzekutim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Referenca kufizon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thirret e vendos tipi i referencës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&amp; cast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Pyet, pastaj vendos syzet e reja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 + kontratë: pa new, me detyrime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që pranon klasa që s'ekzistojnë ende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dorëzim me Git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 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0" y="164592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klasën Trekendeshi te programi Figura (baza, lartësia) — main-i NUK duhet të ndryshojë. Commit më vete.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Kopshti abstrakt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0" y="26060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Kafsha shto klasën Macja me beZe() të vetin; krijo Kafsha[] me qen e mace të përzier dhe bëji të gjithë të flasin.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universale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29200" y="35661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Shkruaj static void printoKarten(Kafsha k) që printon një kartë për ÇDO kafshë — provoje me të dy tipat.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kopshti me Scanner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029200" y="452628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Lexo kafshë nga tastiera (tipi + emri) derisa "fund"; ruaji në ArrayList&lt;Kafsha&gt;; në fund të gjitha bëjnë zërin e tyre.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Dorëzimi: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repo me 4 commit-e (një për detyrë) + push në GitHub + dërgoni linkun.  Java tjetër: interfejsat.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9: Polimorfizmi dhe klasat abstrakte</dc:title>
  <dc:subject>PptxGenJS Presentation</dc:subject>
  <dc:creator>Kreni</dc:creator>
  <cp:lastModifiedBy>Kreni</cp:lastModifiedBy>
  <cp:revision>1</cp:revision>
  <dcterms:created xsi:type="dcterms:W3CDTF">2026-08-18T10:14:59Z</dcterms:created>
  <dcterms:modified xsi:type="dcterms:W3CDTF">2026-08-18T10:14:59Z</dcterms:modified>
</cp:coreProperties>
</file>